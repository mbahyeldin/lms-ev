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entation.xml" ContentType="application/vnd.openxmlformats-officedocument.presentationml.presentation.main+xml"/>
  <Override PartName="/ppt/diagrams/data1.xml" ContentType="application/vnd.openxmlformats-officedocument.drawingml.diagramData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quickStyle1.xml" ContentType="application/vnd.openxmlformats-officedocument.drawingml.diagramStyle+xml"/>
  <Override PartName="/ppt/diagrams/layout1.xml" ContentType="application/vnd.openxmlformats-officedocument.drawingml.diagramLayout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593" r:id="rId2"/>
    <p:sldId id="259" r:id="rId3"/>
    <p:sldId id="256" r:id="rId4"/>
    <p:sldId id="261" r:id="rId5"/>
    <p:sldId id="257" r:id="rId6"/>
    <p:sldId id="258" r:id="rId7"/>
    <p:sldId id="260" r:id="rId8"/>
    <p:sldId id="262" r:id="rId9"/>
    <p:sldId id="263" r:id="rId10"/>
    <p:sldId id="594" r:id="rId11"/>
    <p:sldId id="595" r:id="rId12"/>
    <p:sldId id="59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217E"/>
    <a:srgbClr val="FF39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540"/>
    <p:restoredTop sz="94629"/>
  </p:normalViewPr>
  <p:slideViewPr>
    <p:cSldViewPr snapToGrid="0" snapToObjects="1">
      <p:cViewPr varScale="1">
        <p:scale>
          <a:sx n="144" d="100"/>
          <a:sy n="144" d="100"/>
        </p:scale>
        <p:origin x="3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slide" Target="../slides/slide10.xml"/><Relationship Id="rId3" Type="http://schemas.openxmlformats.org/officeDocument/2006/relationships/slide" Target="../slides/slide5.xml"/><Relationship Id="rId7" Type="http://schemas.openxmlformats.org/officeDocument/2006/relationships/slide" Target="../slides/slide7.xml"/><Relationship Id="rId2" Type="http://schemas.openxmlformats.org/officeDocument/2006/relationships/slide" Target="../slides/slide4.xml"/><Relationship Id="rId1" Type="http://schemas.openxmlformats.org/officeDocument/2006/relationships/slide" Target="../slides/slide3.xml"/><Relationship Id="rId6" Type="http://schemas.openxmlformats.org/officeDocument/2006/relationships/slide" Target="../slides/slide9.xml"/><Relationship Id="rId5" Type="http://schemas.openxmlformats.org/officeDocument/2006/relationships/slide" Target="../slides/slide8.xml"/><Relationship Id="rId10" Type="http://schemas.openxmlformats.org/officeDocument/2006/relationships/slide" Target="../slides/slide12.xml"/><Relationship Id="rId4" Type="http://schemas.openxmlformats.org/officeDocument/2006/relationships/slide" Target="../slides/slide6.xml"/><Relationship Id="rId9" Type="http://schemas.openxmlformats.org/officeDocument/2006/relationships/slide" Target="../slides/slide1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D1C6E92-B25D-0940-87B7-145E922579A2}" type="doc">
      <dgm:prSet loTypeId="urn:microsoft.com/office/officeart/2005/8/layout/hierarchy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76D1F70-F1C2-8946-807A-AF4AA6B3484E}">
      <dgm:prSet phldrT="[Text]"/>
      <dgm:spPr/>
      <dgm:t>
        <a:bodyPr/>
        <a:lstStyle/>
        <a:p>
          <a:r>
            <a:rPr lang="en-US" dirty="0"/>
            <a:t>asset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1" action="ppaction://hlinksldjump" highlightClick="1"/>
          </dgm14:cNvPr>
        </a:ext>
      </dgm:extLst>
    </dgm:pt>
    <dgm:pt modelId="{87EDDA14-0BAF-7843-AA56-833864594FF1}" type="parTrans" cxnId="{9472823E-8DB6-E749-B6BF-03E4AB753DAB}">
      <dgm:prSet/>
      <dgm:spPr/>
      <dgm:t>
        <a:bodyPr/>
        <a:lstStyle/>
        <a:p>
          <a:endParaRPr lang="en-US"/>
        </a:p>
      </dgm:t>
    </dgm:pt>
    <dgm:pt modelId="{81A706C4-3F62-6D4C-9BCF-DF2BC32B0FEB}" type="sibTrans" cxnId="{9472823E-8DB6-E749-B6BF-03E4AB753DAB}">
      <dgm:prSet/>
      <dgm:spPr/>
      <dgm:t>
        <a:bodyPr/>
        <a:lstStyle/>
        <a:p>
          <a:endParaRPr lang="en-US"/>
        </a:p>
      </dgm:t>
    </dgm:pt>
    <dgm:pt modelId="{97EDC930-48E1-C04C-9F83-90083916F894}">
      <dgm:prSet phldrT="[Text]"/>
      <dgm:spPr/>
      <dgm:t>
        <a:bodyPr/>
        <a:lstStyle/>
        <a:p>
          <a:r>
            <a:rPr lang="en-US" dirty="0"/>
            <a:t>file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2" action="ppaction://hlinksldjump"/>
          </dgm14:cNvPr>
        </a:ext>
      </dgm:extLst>
    </dgm:pt>
    <dgm:pt modelId="{C7122185-E2FA-3C48-B094-1FF8A9473545}" type="parTrans" cxnId="{6095CF80-D8BD-C048-840F-5F6B646934A5}">
      <dgm:prSet/>
      <dgm:spPr/>
      <dgm:t>
        <a:bodyPr/>
        <a:lstStyle/>
        <a:p>
          <a:endParaRPr lang="en-US"/>
        </a:p>
      </dgm:t>
    </dgm:pt>
    <dgm:pt modelId="{06BC2D08-112C-BD4A-96BA-4B180A9E357E}" type="sibTrans" cxnId="{6095CF80-D8BD-C048-840F-5F6B646934A5}">
      <dgm:prSet/>
      <dgm:spPr/>
      <dgm:t>
        <a:bodyPr/>
        <a:lstStyle/>
        <a:p>
          <a:endParaRPr lang="en-US"/>
        </a:p>
      </dgm:t>
    </dgm:pt>
    <dgm:pt modelId="{AD7990B7-7B2F-D74A-84BF-65D725E61CA1}">
      <dgm:prSet phldrT="[Text]"/>
      <dgm:spPr/>
      <dgm:t>
        <a:bodyPr/>
        <a:lstStyle/>
        <a:p>
          <a:r>
            <a:rPr lang="en-US" dirty="0"/>
            <a:t>templated asset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3" action="ppaction://hlinksldjump" highlightClick="1"/>
          </dgm14:cNvPr>
        </a:ext>
      </dgm:extLst>
    </dgm:pt>
    <dgm:pt modelId="{75C30321-6A15-C14B-B02E-4F505B912455}" type="parTrans" cxnId="{C88E5EA2-5AD8-0A4D-95B5-5E378806C632}">
      <dgm:prSet/>
      <dgm:spPr/>
      <dgm:t>
        <a:bodyPr/>
        <a:lstStyle/>
        <a:p>
          <a:endParaRPr lang="en-US"/>
        </a:p>
      </dgm:t>
    </dgm:pt>
    <dgm:pt modelId="{AE926D7A-8905-C84A-92E7-6EBB8525CFC7}" type="sibTrans" cxnId="{C88E5EA2-5AD8-0A4D-95B5-5E378806C632}">
      <dgm:prSet/>
      <dgm:spPr/>
      <dgm:t>
        <a:bodyPr/>
        <a:lstStyle/>
        <a:p>
          <a:endParaRPr lang="en-US"/>
        </a:p>
      </dgm:t>
    </dgm:pt>
    <dgm:pt modelId="{C058B3E0-16DB-5242-8986-400394202EA9}">
      <dgm:prSet phldrT="[Text]"/>
      <dgm:spPr/>
      <dgm:t>
        <a:bodyPr/>
        <a:lstStyle/>
        <a:p>
          <a:r>
            <a:rPr lang="en-US" dirty="0"/>
            <a:t>digital asset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4" action="ppaction://hlinksldjump"/>
          </dgm14:cNvPr>
        </a:ext>
      </dgm:extLst>
    </dgm:pt>
    <dgm:pt modelId="{39B2EAD0-A5DC-1641-A109-A9B0089DE59E}" type="parTrans" cxnId="{55EB8A62-B112-8745-A5C4-B84125929B21}">
      <dgm:prSet/>
      <dgm:spPr/>
      <dgm:t>
        <a:bodyPr/>
        <a:lstStyle/>
        <a:p>
          <a:endParaRPr lang="en-US"/>
        </a:p>
      </dgm:t>
    </dgm:pt>
    <dgm:pt modelId="{123366AA-15DC-5847-B25B-DC73CBEB21D9}" type="sibTrans" cxnId="{55EB8A62-B112-8745-A5C4-B84125929B21}">
      <dgm:prSet/>
      <dgm:spPr/>
      <dgm:t>
        <a:bodyPr/>
        <a:lstStyle/>
        <a:p>
          <a:endParaRPr lang="en-US"/>
        </a:p>
      </dgm:t>
    </dgm:pt>
    <dgm:pt modelId="{8EC3D062-D4CA-EE44-8A59-EE3F0416D1E7}">
      <dgm:prSet phldrT="[Text]"/>
      <dgm:spPr/>
      <dgm:t>
        <a:bodyPr/>
        <a:lstStyle/>
        <a:p>
          <a:r>
            <a:rPr lang="en-US" dirty="0"/>
            <a:t>folder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5" action="ppaction://hlinksldjump"/>
          </dgm14:cNvPr>
        </a:ext>
      </dgm:extLst>
    </dgm:pt>
    <dgm:pt modelId="{852D55BE-6E91-1B45-B5D7-71AD9D203E18}" type="parTrans" cxnId="{B9B9F8D7-39B4-6244-AD01-E933DF2A3F8C}">
      <dgm:prSet/>
      <dgm:spPr/>
      <dgm:t>
        <a:bodyPr/>
        <a:lstStyle/>
        <a:p>
          <a:endParaRPr lang="en-US"/>
        </a:p>
      </dgm:t>
    </dgm:pt>
    <dgm:pt modelId="{BF7C1239-41F4-3040-B93F-494B8A898630}" type="sibTrans" cxnId="{B9B9F8D7-39B4-6244-AD01-E933DF2A3F8C}">
      <dgm:prSet/>
      <dgm:spPr/>
      <dgm:t>
        <a:bodyPr/>
        <a:lstStyle/>
        <a:p>
          <a:endParaRPr lang="en-US"/>
        </a:p>
      </dgm:t>
    </dgm:pt>
    <dgm:pt modelId="{97FAF3BD-4D95-5445-894D-0004F377F2F5}">
      <dgm:prSet phldrT="[Text]"/>
      <dgm:spPr/>
      <dgm:t>
        <a:bodyPr/>
        <a:lstStyle/>
        <a:p>
          <a:r>
            <a:rPr lang="en-US" dirty="0"/>
            <a:t>site root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6" action="ppaction://hlinksldjump"/>
          </dgm14:cNvPr>
        </a:ext>
      </dgm:extLst>
    </dgm:pt>
    <dgm:pt modelId="{47B30795-7819-F044-BEE7-3E892E773788}" type="parTrans" cxnId="{61539E2D-58B8-494F-A8ED-5CAC17819EA2}">
      <dgm:prSet/>
      <dgm:spPr/>
      <dgm:t>
        <a:bodyPr/>
        <a:lstStyle/>
        <a:p>
          <a:endParaRPr lang="en-US"/>
        </a:p>
      </dgm:t>
    </dgm:pt>
    <dgm:pt modelId="{43A5CD61-886E-4545-8172-CF261AEE3F9D}" type="sibTrans" cxnId="{61539E2D-58B8-494F-A8ED-5CAC17819EA2}">
      <dgm:prSet/>
      <dgm:spPr/>
      <dgm:t>
        <a:bodyPr/>
        <a:lstStyle/>
        <a:p>
          <a:endParaRPr lang="en-US"/>
        </a:p>
      </dgm:t>
    </dgm:pt>
    <dgm:pt modelId="{29ACD56E-0588-584B-AD61-9653EC0A9E95}">
      <dgm:prSet/>
      <dgm:spPr/>
      <dgm:t>
        <a:bodyPr/>
        <a:lstStyle/>
        <a:p>
          <a:r>
            <a:rPr lang="en-US" dirty="0"/>
            <a:t>wrapped asset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7" action="ppaction://hlinksldjump"/>
          </dgm14:cNvPr>
        </a:ext>
      </dgm:extLst>
    </dgm:pt>
    <dgm:pt modelId="{FB8F72B0-4286-8441-B1B0-584525BFD365}" type="parTrans" cxnId="{85F3FB10-6C48-5A43-9EDF-6E4AB3384ECC}">
      <dgm:prSet/>
      <dgm:spPr/>
      <dgm:t>
        <a:bodyPr/>
        <a:lstStyle/>
        <a:p>
          <a:endParaRPr lang="en-US"/>
        </a:p>
      </dgm:t>
    </dgm:pt>
    <dgm:pt modelId="{14E547B9-F46A-1B4B-AAF3-DAFF785DF4AD}" type="sibTrans" cxnId="{85F3FB10-6C48-5A43-9EDF-6E4AB3384ECC}">
      <dgm:prSet/>
      <dgm:spPr/>
      <dgm:t>
        <a:bodyPr/>
        <a:lstStyle/>
        <a:p>
          <a:endParaRPr lang="en-US"/>
        </a:p>
      </dgm:t>
    </dgm:pt>
    <dgm:pt modelId="{C7AA7BDA-AEA3-8E42-8929-2F9A88850C8A}">
      <dgm:prSet phldrT="[Text]"/>
      <dgm:spPr/>
      <dgm:t>
        <a:bodyPr/>
        <a:lstStyle/>
        <a:p>
          <a:r>
            <a:rPr lang="en-US" dirty="0"/>
            <a:t>project root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8" action="ppaction://hlinksldjump"/>
          </dgm14:cNvPr>
        </a:ext>
      </dgm:extLst>
    </dgm:pt>
    <dgm:pt modelId="{A2B37EA3-B760-2645-AD21-33DB0F26AE0A}" type="parTrans" cxnId="{DEDFC50D-96F9-C343-80E6-D0E820FE6FA4}">
      <dgm:prSet/>
      <dgm:spPr/>
      <dgm:t>
        <a:bodyPr/>
        <a:lstStyle/>
        <a:p>
          <a:endParaRPr lang="en-US"/>
        </a:p>
      </dgm:t>
    </dgm:pt>
    <dgm:pt modelId="{83FAEA12-38B3-CC48-BB25-03B89F682B14}" type="sibTrans" cxnId="{DEDFC50D-96F9-C343-80E6-D0E820FE6FA4}">
      <dgm:prSet/>
      <dgm:spPr/>
      <dgm:t>
        <a:bodyPr/>
        <a:lstStyle/>
        <a:p>
          <a:endParaRPr lang="en-US"/>
        </a:p>
      </dgm:t>
    </dgm:pt>
    <dgm:pt modelId="{F92415D6-2006-B841-BA4A-FC9883780BB6}">
      <dgm:prSet phldrT="[Text]"/>
      <dgm:spPr/>
      <dgm:t>
        <a:bodyPr/>
        <a:lstStyle/>
        <a:p>
          <a:r>
            <a:rPr lang="en-US" dirty="0"/>
            <a:t>template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9" action="ppaction://hlinksldjump"/>
          </dgm14:cNvPr>
        </a:ext>
      </dgm:extLst>
    </dgm:pt>
    <dgm:pt modelId="{4DAECC5E-2686-5D41-B81F-47744218CA36}" type="parTrans" cxnId="{976052D4-E36B-014D-B46C-8FC353A49E62}">
      <dgm:prSet/>
      <dgm:spPr/>
      <dgm:t>
        <a:bodyPr/>
        <a:lstStyle/>
        <a:p>
          <a:endParaRPr lang="en-US"/>
        </a:p>
      </dgm:t>
    </dgm:pt>
    <dgm:pt modelId="{8B89BEB7-2B28-8247-A3E2-4071E325D7F6}" type="sibTrans" cxnId="{976052D4-E36B-014D-B46C-8FC353A49E62}">
      <dgm:prSet/>
      <dgm:spPr/>
      <dgm:t>
        <a:bodyPr/>
        <a:lstStyle/>
        <a:p>
          <a:endParaRPr lang="en-US"/>
        </a:p>
      </dgm:t>
    </dgm:pt>
    <dgm:pt modelId="{9222C4A0-3DC4-7D41-96D6-48440B63C358}">
      <dgm:prSet phldrT="[Text]"/>
      <dgm:spPr/>
      <dgm:t>
        <a:bodyPr/>
        <a:lstStyle/>
        <a:p>
          <a:r>
            <a:rPr lang="en-US" dirty="0"/>
            <a:t>model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10" action="ppaction://hlinksldjump"/>
          </dgm14:cNvPr>
        </a:ext>
      </dgm:extLst>
    </dgm:pt>
    <dgm:pt modelId="{10765804-284C-2B49-95A4-A538D8700D1B}" type="parTrans" cxnId="{89A1F43E-15C9-CB41-B8E9-3EBC73DD2E5E}">
      <dgm:prSet/>
      <dgm:spPr/>
      <dgm:t>
        <a:bodyPr/>
        <a:lstStyle/>
        <a:p>
          <a:endParaRPr lang="en-US"/>
        </a:p>
      </dgm:t>
    </dgm:pt>
    <dgm:pt modelId="{080017C2-3EC8-FD49-86DC-602320A5E9C4}" type="sibTrans" cxnId="{89A1F43E-15C9-CB41-B8E9-3EBC73DD2E5E}">
      <dgm:prSet/>
      <dgm:spPr/>
      <dgm:t>
        <a:bodyPr/>
        <a:lstStyle/>
        <a:p>
          <a:endParaRPr lang="en-US"/>
        </a:p>
      </dgm:t>
    </dgm:pt>
    <dgm:pt modelId="{21E1E6AA-EE72-3241-9238-6C2039A37BA2}" type="pres">
      <dgm:prSet presAssocID="{BD1C6E92-B25D-0940-87B7-145E922579A2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A0C3744-AE6C-3D43-BF28-05F591C42004}" type="pres">
      <dgm:prSet presAssocID="{F76D1F70-F1C2-8946-807A-AF4AA6B3484E}" presName="hierRoot1" presStyleCnt="0"/>
      <dgm:spPr/>
    </dgm:pt>
    <dgm:pt modelId="{A493F03C-A2F8-0F45-B45A-A947B11B530B}" type="pres">
      <dgm:prSet presAssocID="{F76D1F70-F1C2-8946-807A-AF4AA6B3484E}" presName="composite" presStyleCnt="0"/>
      <dgm:spPr/>
    </dgm:pt>
    <dgm:pt modelId="{CABC13FC-AD57-6941-A750-85350EE3FA84}" type="pres">
      <dgm:prSet presAssocID="{F76D1F70-F1C2-8946-807A-AF4AA6B3484E}" presName="background" presStyleLbl="node0" presStyleIdx="0" presStyleCnt="1"/>
      <dgm:spPr>
        <a:noFill/>
      </dgm:spPr>
    </dgm:pt>
    <dgm:pt modelId="{DE6AC37A-5717-1F42-920C-B5BBA9883DAB}" type="pres">
      <dgm:prSet presAssocID="{F76D1F70-F1C2-8946-807A-AF4AA6B3484E}" presName="text" presStyleLbl="fgAcc0" presStyleIdx="0" presStyleCnt="1">
        <dgm:presLayoutVars>
          <dgm:chPref val="3"/>
        </dgm:presLayoutVars>
      </dgm:prSet>
      <dgm:spPr/>
    </dgm:pt>
    <dgm:pt modelId="{312CFFED-2617-6D4C-B733-2BE7EBAD68D2}" type="pres">
      <dgm:prSet presAssocID="{F76D1F70-F1C2-8946-807A-AF4AA6B3484E}" presName="hierChild2" presStyleCnt="0"/>
      <dgm:spPr/>
    </dgm:pt>
    <dgm:pt modelId="{917E2107-3650-5646-8197-985BF1722F01}" type="pres">
      <dgm:prSet presAssocID="{C7122185-E2FA-3C48-B094-1FF8A9473545}" presName="Name10" presStyleLbl="parChTrans1D2" presStyleIdx="0" presStyleCnt="2"/>
      <dgm:spPr/>
    </dgm:pt>
    <dgm:pt modelId="{8AA5D296-2E2E-8248-8DBB-29CFB2100CF3}" type="pres">
      <dgm:prSet presAssocID="{97EDC930-48E1-C04C-9F83-90083916F894}" presName="hierRoot2" presStyleCnt="0"/>
      <dgm:spPr/>
    </dgm:pt>
    <dgm:pt modelId="{CB52474E-ABEB-BA4C-966A-5930592F5859}" type="pres">
      <dgm:prSet presAssocID="{97EDC930-48E1-C04C-9F83-90083916F894}" presName="composite2" presStyleCnt="0"/>
      <dgm:spPr/>
    </dgm:pt>
    <dgm:pt modelId="{91021671-427F-3041-868B-DCDA3F3CD91D}" type="pres">
      <dgm:prSet presAssocID="{97EDC930-48E1-C04C-9F83-90083916F894}" presName="background2" presStyleLbl="node2" presStyleIdx="0" presStyleCnt="2"/>
      <dgm:spPr>
        <a:noFill/>
      </dgm:spPr>
    </dgm:pt>
    <dgm:pt modelId="{19A247E1-EB2F-654A-925F-FCA6BCB3D386}" type="pres">
      <dgm:prSet presAssocID="{97EDC930-48E1-C04C-9F83-90083916F894}" presName="text2" presStyleLbl="fgAcc2" presStyleIdx="0" presStyleCnt="2">
        <dgm:presLayoutVars>
          <dgm:chPref val="3"/>
        </dgm:presLayoutVars>
      </dgm:prSet>
      <dgm:spPr/>
    </dgm:pt>
    <dgm:pt modelId="{A956799A-234F-A84F-B1AA-A8CD3C55F7B4}" type="pres">
      <dgm:prSet presAssocID="{97EDC930-48E1-C04C-9F83-90083916F894}" presName="hierChild3" presStyleCnt="0"/>
      <dgm:spPr/>
    </dgm:pt>
    <dgm:pt modelId="{74AF51D2-919D-D641-A2EE-F6D116F3CC8C}" type="pres">
      <dgm:prSet presAssocID="{75C30321-6A15-C14B-B02E-4F505B912455}" presName="Name17" presStyleLbl="parChTrans1D3" presStyleIdx="0" presStyleCnt="7"/>
      <dgm:spPr/>
    </dgm:pt>
    <dgm:pt modelId="{B7A85470-3AB3-9540-A8FE-5F445296D9B3}" type="pres">
      <dgm:prSet presAssocID="{AD7990B7-7B2F-D74A-84BF-65D725E61CA1}" presName="hierRoot3" presStyleCnt="0"/>
      <dgm:spPr/>
    </dgm:pt>
    <dgm:pt modelId="{DFA50357-E3D1-9746-8D60-0B12FD1644A5}" type="pres">
      <dgm:prSet presAssocID="{AD7990B7-7B2F-D74A-84BF-65D725E61CA1}" presName="composite3" presStyleCnt="0"/>
      <dgm:spPr/>
    </dgm:pt>
    <dgm:pt modelId="{B837ACF7-0DA8-E345-9A0E-4B44B8CBFB26}" type="pres">
      <dgm:prSet presAssocID="{AD7990B7-7B2F-D74A-84BF-65D725E61CA1}" presName="background3" presStyleLbl="node3" presStyleIdx="0" presStyleCnt="7"/>
      <dgm:spPr>
        <a:noFill/>
      </dgm:spPr>
    </dgm:pt>
    <dgm:pt modelId="{1137C04F-299A-8D41-A309-ED4D4067CF61}" type="pres">
      <dgm:prSet presAssocID="{AD7990B7-7B2F-D74A-84BF-65D725E61CA1}" presName="text3" presStyleLbl="fgAcc3" presStyleIdx="0" presStyleCnt="7">
        <dgm:presLayoutVars>
          <dgm:chPref val="3"/>
        </dgm:presLayoutVars>
      </dgm:prSet>
      <dgm:spPr/>
    </dgm:pt>
    <dgm:pt modelId="{8E542BEE-CB4E-384B-AF0F-DA650A009D01}" type="pres">
      <dgm:prSet presAssocID="{AD7990B7-7B2F-D74A-84BF-65D725E61CA1}" presName="hierChild4" presStyleCnt="0"/>
      <dgm:spPr/>
    </dgm:pt>
    <dgm:pt modelId="{2D286FA3-3145-8046-AC7B-A049134CD428}" type="pres">
      <dgm:prSet presAssocID="{39B2EAD0-A5DC-1641-A109-A9B0089DE59E}" presName="Name17" presStyleLbl="parChTrans1D3" presStyleIdx="1" presStyleCnt="7"/>
      <dgm:spPr/>
    </dgm:pt>
    <dgm:pt modelId="{9A231703-74D4-AC42-8DC5-AF072C46FBA6}" type="pres">
      <dgm:prSet presAssocID="{C058B3E0-16DB-5242-8986-400394202EA9}" presName="hierRoot3" presStyleCnt="0"/>
      <dgm:spPr/>
    </dgm:pt>
    <dgm:pt modelId="{F0BA65F7-B675-2042-9B8F-8064B3FB3634}" type="pres">
      <dgm:prSet presAssocID="{C058B3E0-16DB-5242-8986-400394202EA9}" presName="composite3" presStyleCnt="0"/>
      <dgm:spPr/>
    </dgm:pt>
    <dgm:pt modelId="{33DEF820-BFBD-6943-939E-3F7BB60BADBC}" type="pres">
      <dgm:prSet presAssocID="{C058B3E0-16DB-5242-8986-400394202EA9}" presName="background3" presStyleLbl="node3" presStyleIdx="1" presStyleCnt="7"/>
      <dgm:spPr>
        <a:noFill/>
      </dgm:spPr>
    </dgm:pt>
    <dgm:pt modelId="{BC5F2AE7-CE14-344E-BE01-76CC1CE92453}" type="pres">
      <dgm:prSet presAssocID="{C058B3E0-16DB-5242-8986-400394202EA9}" presName="text3" presStyleLbl="fgAcc3" presStyleIdx="1" presStyleCnt="7">
        <dgm:presLayoutVars>
          <dgm:chPref val="3"/>
        </dgm:presLayoutVars>
      </dgm:prSet>
      <dgm:spPr/>
    </dgm:pt>
    <dgm:pt modelId="{82687AA3-913C-FB4A-BDF7-DDECAE28DA6F}" type="pres">
      <dgm:prSet presAssocID="{C058B3E0-16DB-5242-8986-400394202EA9}" presName="hierChild4" presStyleCnt="0"/>
      <dgm:spPr/>
    </dgm:pt>
    <dgm:pt modelId="{8A90D771-0664-6240-AD68-48AF872E5454}" type="pres">
      <dgm:prSet presAssocID="{FB8F72B0-4286-8441-B1B0-584525BFD365}" presName="Name17" presStyleLbl="parChTrans1D3" presStyleIdx="2" presStyleCnt="7"/>
      <dgm:spPr/>
    </dgm:pt>
    <dgm:pt modelId="{21494D90-7F87-9D49-93EC-4D2A0437C85F}" type="pres">
      <dgm:prSet presAssocID="{29ACD56E-0588-584B-AD61-9653EC0A9E95}" presName="hierRoot3" presStyleCnt="0"/>
      <dgm:spPr/>
    </dgm:pt>
    <dgm:pt modelId="{A0A7662C-1D72-6843-93DD-8560A3AAC900}" type="pres">
      <dgm:prSet presAssocID="{29ACD56E-0588-584B-AD61-9653EC0A9E95}" presName="composite3" presStyleCnt="0"/>
      <dgm:spPr/>
    </dgm:pt>
    <dgm:pt modelId="{97280797-7137-1543-B79F-B6CAC7F93650}" type="pres">
      <dgm:prSet presAssocID="{29ACD56E-0588-584B-AD61-9653EC0A9E95}" presName="background3" presStyleLbl="node3" presStyleIdx="2" presStyleCnt="7"/>
      <dgm:spPr>
        <a:noFill/>
      </dgm:spPr>
    </dgm:pt>
    <dgm:pt modelId="{A149A49A-0EC8-5841-A090-7C3862CCC603}" type="pres">
      <dgm:prSet presAssocID="{29ACD56E-0588-584B-AD61-9653EC0A9E95}" presName="text3" presStyleLbl="fgAcc3" presStyleIdx="2" presStyleCnt="7">
        <dgm:presLayoutVars>
          <dgm:chPref val="3"/>
        </dgm:presLayoutVars>
      </dgm:prSet>
      <dgm:spPr/>
    </dgm:pt>
    <dgm:pt modelId="{02C59672-19D0-FC4D-BD2B-1E63E0AEE3A2}" type="pres">
      <dgm:prSet presAssocID="{29ACD56E-0588-584B-AD61-9653EC0A9E95}" presName="hierChild4" presStyleCnt="0"/>
      <dgm:spPr/>
    </dgm:pt>
    <dgm:pt modelId="{4878482F-5804-6344-B2F1-27014B4A7838}" type="pres">
      <dgm:prSet presAssocID="{852D55BE-6E91-1B45-B5D7-71AD9D203E18}" presName="Name10" presStyleLbl="parChTrans1D2" presStyleIdx="1" presStyleCnt="2"/>
      <dgm:spPr/>
    </dgm:pt>
    <dgm:pt modelId="{2B451620-740B-CC46-85CB-917151D96D39}" type="pres">
      <dgm:prSet presAssocID="{8EC3D062-D4CA-EE44-8A59-EE3F0416D1E7}" presName="hierRoot2" presStyleCnt="0"/>
      <dgm:spPr/>
    </dgm:pt>
    <dgm:pt modelId="{0A77A6BF-1737-5342-A59B-E032726351BD}" type="pres">
      <dgm:prSet presAssocID="{8EC3D062-D4CA-EE44-8A59-EE3F0416D1E7}" presName="composite2" presStyleCnt="0"/>
      <dgm:spPr/>
    </dgm:pt>
    <dgm:pt modelId="{5242F3E9-3D7E-E94E-9781-4303F1F38851}" type="pres">
      <dgm:prSet presAssocID="{8EC3D062-D4CA-EE44-8A59-EE3F0416D1E7}" presName="background2" presStyleLbl="node2" presStyleIdx="1" presStyleCnt="2"/>
      <dgm:spPr>
        <a:noFill/>
      </dgm:spPr>
    </dgm:pt>
    <dgm:pt modelId="{E39C314C-2AC3-3F48-8525-3DB2FB135075}" type="pres">
      <dgm:prSet presAssocID="{8EC3D062-D4CA-EE44-8A59-EE3F0416D1E7}" presName="text2" presStyleLbl="fgAcc2" presStyleIdx="1" presStyleCnt="2">
        <dgm:presLayoutVars>
          <dgm:chPref val="3"/>
        </dgm:presLayoutVars>
      </dgm:prSet>
      <dgm:spPr/>
    </dgm:pt>
    <dgm:pt modelId="{02495DD6-42EB-B84D-B43E-71866E604024}" type="pres">
      <dgm:prSet presAssocID="{8EC3D062-D4CA-EE44-8A59-EE3F0416D1E7}" presName="hierChild3" presStyleCnt="0"/>
      <dgm:spPr/>
    </dgm:pt>
    <dgm:pt modelId="{FCDB4222-BD88-594F-B5D5-E0ED4CA88DF0}" type="pres">
      <dgm:prSet presAssocID="{47B30795-7819-F044-BEE7-3E892E773788}" presName="Name17" presStyleLbl="parChTrans1D3" presStyleIdx="3" presStyleCnt="7"/>
      <dgm:spPr/>
    </dgm:pt>
    <dgm:pt modelId="{A34FC46C-0199-9344-A600-419D8C0923C7}" type="pres">
      <dgm:prSet presAssocID="{97FAF3BD-4D95-5445-894D-0004F377F2F5}" presName="hierRoot3" presStyleCnt="0"/>
      <dgm:spPr/>
    </dgm:pt>
    <dgm:pt modelId="{49713391-AA8D-0C4D-8521-A01628E1B72C}" type="pres">
      <dgm:prSet presAssocID="{97FAF3BD-4D95-5445-894D-0004F377F2F5}" presName="composite3" presStyleCnt="0"/>
      <dgm:spPr/>
    </dgm:pt>
    <dgm:pt modelId="{63901E90-29B6-6C4A-8E75-5864FE745EAE}" type="pres">
      <dgm:prSet presAssocID="{97FAF3BD-4D95-5445-894D-0004F377F2F5}" presName="background3" presStyleLbl="node3" presStyleIdx="3" presStyleCnt="7"/>
      <dgm:spPr>
        <a:noFill/>
      </dgm:spPr>
    </dgm:pt>
    <dgm:pt modelId="{86970092-FFEC-6343-8E1D-9A89410130AC}" type="pres">
      <dgm:prSet presAssocID="{97FAF3BD-4D95-5445-894D-0004F377F2F5}" presName="text3" presStyleLbl="fgAcc3" presStyleIdx="3" presStyleCnt="7">
        <dgm:presLayoutVars>
          <dgm:chPref val="3"/>
        </dgm:presLayoutVars>
      </dgm:prSet>
      <dgm:spPr/>
    </dgm:pt>
    <dgm:pt modelId="{65A7E9F7-6136-7A4F-A99C-8781E48C435D}" type="pres">
      <dgm:prSet presAssocID="{97FAF3BD-4D95-5445-894D-0004F377F2F5}" presName="hierChild4" presStyleCnt="0"/>
      <dgm:spPr/>
    </dgm:pt>
    <dgm:pt modelId="{7AECBA63-3580-0D44-88FB-387803825DBB}" type="pres">
      <dgm:prSet presAssocID="{A2B37EA3-B760-2645-AD21-33DB0F26AE0A}" presName="Name17" presStyleLbl="parChTrans1D3" presStyleIdx="4" presStyleCnt="7"/>
      <dgm:spPr/>
    </dgm:pt>
    <dgm:pt modelId="{99C62302-87CE-9C44-9ED1-A4E9F39AF743}" type="pres">
      <dgm:prSet presAssocID="{C7AA7BDA-AEA3-8E42-8929-2F9A88850C8A}" presName="hierRoot3" presStyleCnt="0"/>
      <dgm:spPr/>
    </dgm:pt>
    <dgm:pt modelId="{8EC03E4C-0D75-B740-8BBA-716F5DFF6FF3}" type="pres">
      <dgm:prSet presAssocID="{C7AA7BDA-AEA3-8E42-8929-2F9A88850C8A}" presName="composite3" presStyleCnt="0"/>
      <dgm:spPr/>
    </dgm:pt>
    <dgm:pt modelId="{00D133C5-0D43-8F42-B256-FDD7CEE9C7CC}" type="pres">
      <dgm:prSet presAssocID="{C7AA7BDA-AEA3-8E42-8929-2F9A88850C8A}" presName="background3" presStyleLbl="node3" presStyleIdx="4" presStyleCnt="7"/>
      <dgm:spPr>
        <a:noFill/>
      </dgm:spPr>
    </dgm:pt>
    <dgm:pt modelId="{A38BFC1C-FF1E-8D4E-9CD1-A1AECD5D4A3C}" type="pres">
      <dgm:prSet presAssocID="{C7AA7BDA-AEA3-8E42-8929-2F9A88850C8A}" presName="text3" presStyleLbl="fgAcc3" presStyleIdx="4" presStyleCnt="7">
        <dgm:presLayoutVars>
          <dgm:chPref val="3"/>
        </dgm:presLayoutVars>
      </dgm:prSet>
      <dgm:spPr/>
    </dgm:pt>
    <dgm:pt modelId="{C11A913F-BDBE-324C-92C8-8EDDF064534E}" type="pres">
      <dgm:prSet presAssocID="{C7AA7BDA-AEA3-8E42-8929-2F9A88850C8A}" presName="hierChild4" presStyleCnt="0"/>
      <dgm:spPr/>
    </dgm:pt>
    <dgm:pt modelId="{369FC9D8-1482-BB4F-A3FC-08231251DA95}" type="pres">
      <dgm:prSet presAssocID="{4DAECC5E-2686-5D41-B81F-47744218CA36}" presName="Name17" presStyleLbl="parChTrans1D3" presStyleIdx="5" presStyleCnt="7"/>
      <dgm:spPr/>
    </dgm:pt>
    <dgm:pt modelId="{744A5DCD-7584-5542-81A5-9A1AA016178C}" type="pres">
      <dgm:prSet presAssocID="{F92415D6-2006-B841-BA4A-FC9883780BB6}" presName="hierRoot3" presStyleCnt="0"/>
      <dgm:spPr/>
    </dgm:pt>
    <dgm:pt modelId="{C2121F95-5370-6543-AA0B-0F15242E48D7}" type="pres">
      <dgm:prSet presAssocID="{F92415D6-2006-B841-BA4A-FC9883780BB6}" presName="composite3" presStyleCnt="0"/>
      <dgm:spPr/>
    </dgm:pt>
    <dgm:pt modelId="{ACBC97D9-87EF-6942-AA36-7BD4140AD5FD}" type="pres">
      <dgm:prSet presAssocID="{F92415D6-2006-B841-BA4A-FC9883780BB6}" presName="background3" presStyleLbl="node3" presStyleIdx="5" presStyleCnt="7"/>
      <dgm:spPr>
        <a:noFill/>
      </dgm:spPr>
    </dgm:pt>
    <dgm:pt modelId="{DDE582C1-CE7E-2545-8DAC-DD66867527A9}" type="pres">
      <dgm:prSet presAssocID="{F92415D6-2006-B841-BA4A-FC9883780BB6}" presName="text3" presStyleLbl="fgAcc3" presStyleIdx="5" presStyleCnt="7">
        <dgm:presLayoutVars>
          <dgm:chPref val="3"/>
        </dgm:presLayoutVars>
      </dgm:prSet>
      <dgm:spPr/>
    </dgm:pt>
    <dgm:pt modelId="{E74DF98F-7DB6-AA44-BDAF-BA9790E0D942}" type="pres">
      <dgm:prSet presAssocID="{F92415D6-2006-B841-BA4A-FC9883780BB6}" presName="hierChild4" presStyleCnt="0"/>
      <dgm:spPr/>
    </dgm:pt>
    <dgm:pt modelId="{9E1C0CAA-56F9-034E-AF93-BBB9C7D6890A}" type="pres">
      <dgm:prSet presAssocID="{10765804-284C-2B49-95A4-A538D8700D1B}" presName="Name17" presStyleLbl="parChTrans1D3" presStyleIdx="6" presStyleCnt="7"/>
      <dgm:spPr/>
    </dgm:pt>
    <dgm:pt modelId="{28219E1A-05DD-5249-B44D-25AAFC0775E3}" type="pres">
      <dgm:prSet presAssocID="{9222C4A0-3DC4-7D41-96D6-48440B63C358}" presName="hierRoot3" presStyleCnt="0"/>
      <dgm:spPr/>
    </dgm:pt>
    <dgm:pt modelId="{DC275924-C42F-3742-BF35-39D7DE66A950}" type="pres">
      <dgm:prSet presAssocID="{9222C4A0-3DC4-7D41-96D6-48440B63C358}" presName="composite3" presStyleCnt="0"/>
      <dgm:spPr/>
    </dgm:pt>
    <dgm:pt modelId="{821B81F5-A2B6-0D4D-A81F-984B972A07EB}" type="pres">
      <dgm:prSet presAssocID="{9222C4A0-3DC4-7D41-96D6-48440B63C358}" presName="background3" presStyleLbl="node3" presStyleIdx="6" presStyleCnt="7"/>
      <dgm:spPr>
        <a:noFill/>
      </dgm:spPr>
    </dgm:pt>
    <dgm:pt modelId="{4F2AB93F-42A3-5443-948A-68D1F7243C7B}" type="pres">
      <dgm:prSet presAssocID="{9222C4A0-3DC4-7D41-96D6-48440B63C358}" presName="text3" presStyleLbl="fgAcc3" presStyleIdx="6" presStyleCnt="7">
        <dgm:presLayoutVars>
          <dgm:chPref val="3"/>
        </dgm:presLayoutVars>
      </dgm:prSet>
      <dgm:spPr/>
    </dgm:pt>
    <dgm:pt modelId="{005C5A88-3C04-C342-9DDD-A798D52670BD}" type="pres">
      <dgm:prSet presAssocID="{9222C4A0-3DC4-7D41-96D6-48440B63C358}" presName="hierChild4" presStyleCnt="0"/>
      <dgm:spPr/>
    </dgm:pt>
  </dgm:ptLst>
  <dgm:cxnLst>
    <dgm:cxn modelId="{A74A9C0A-EC99-9D43-AA9C-D1DA03FDB956}" type="presOf" srcId="{C7AA7BDA-AEA3-8E42-8929-2F9A88850C8A}" destId="{A38BFC1C-FF1E-8D4E-9CD1-A1AECD5D4A3C}" srcOrd="0" destOrd="0" presId="urn:microsoft.com/office/officeart/2005/8/layout/hierarchy1"/>
    <dgm:cxn modelId="{DEDFC50D-96F9-C343-80E6-D0E820FE6FA4}" srcId="{8EC3D062-D4CA-EE44-8A59-EE3F0416D1E7}" destId="{C7AA7BDA-AEA3-8E42-8929-2F9A88850C8A}" srcOrd="1" destOrd="0" parTransId="{A2B37EA3-B760-2645-AD21-33DB0F26AE0A}" sibTransId="{83FAEA12-38B3-CC48-BB25-03B89F682B14}"/>
    <dgm:cxn modelId="{C54D1D0F-40FC-1345-9F85-36E802855A8F}" type="presOf" srcId="{47B30795-7819-F044-BEE7-3E892E773788}" destId="{FCDB4222-BD88-594F-B5D5-E0ED4CA88DF0}" srcOrd="0" destOrd="0" presId="urn:microsoft.com/office/officeart/2005/8/layout/hierarchy1"/>
    <dgm:cxn modelId="{85F3FB10-6C48-5A43-9EDF-6E4AB3384ECC}" srcId="{97EDC930-48E1-C04C-9F83-90083916F894}" destId="{29ACD56E-0588-584B-AD61-9653EC0A9E95}" srcOrd="2" destOrd="0" parTransId="{FB8F72B0-4286-8441-B1B0-584525BFD365}" sibTransId="{14E547B9-F46A-1B4B-AAF3-DAFF785DF4AD}"/>
    <dgm:cxn modelId="{B9E89A1C-8403-354B-9FCB-B980FCA40681}" type="presOf" srcId="{9222C4A0-3DC4-7D41-96D6-48440B63C358}" destId="{4F2AB93F-42A3-5443-948A-68D1F7243C7B}" srcOrd="0" destOrd="0" presId="urn:microsoft.com/office/officeart/2005/8/layout/hierarchy1"/>
    <dgm:cxn modelId="{B5AC601D-991C-0949-9FE7-82CC0FDBEED1}" type="presOf" srcId="{10765804-284C-2B49-95A4-A538D8700D1B}" destId="{9E1C0CAA-56F9-034E-AF93-BBB9C7D6890A}" srcOrd="0" destOrd="0" presId="urn:microsoft.com/office/officeart/2005/8/layout/hierarchy1"/>
    <dgm:cxn modelId="{61539E2D-58B8-494F-A8ED-5CAC17819EA2}" srcId="{8EC3D062-D4CA-EE44-8A59-EE3F0416D1E7}" destId="{97FAF3BD-4D95-5445-894D-0004F377F2F5}" srcOrd="0" destOrd="0" parTransId="{47B30795-7819-F044-BEE7-3E892E773788}" sibTransId="{43A5CD61-886E-4545-8172-CF261AEE3F9D}"/>
    <dgm:cxn modelId="{9472823E-8DB6-E749-B6BF-03E4AB753DAB}" srcId="{BD1C6E92-B25D-0940-87B7-145E922579A2}" destId="{F76D1F70-F1C2-8946-807A-AF4AA6B3484E}" srcOrd="0" destOrd="0" parTransId="{87EDDA14-0BAF-7843-AA56-833864594FF1}" sibTransId="{81A706C4-3F62-6D4C-9BCF-DF2BC32B0FEB}"/>
    <dgm:cxn modelId="{89A1F43E-15C9-CB41-B8E9-3EBC73DD2E5E}" srcId="{8EC3D062-D4CA-EE44-8A59-EE3F0416D1E7}" destId="{9222C4A0-3DC4-7D41-96D6-48440B63C358}" srcOrd="3" destOrd="0" parTransId="{10765804-284C-2B49-95A4-A538D8700D1B}" sibTransId="{080017C2-3EC8-FD49-86DC-602320A5E9C4}"/>
    <dgm:cxn modelId="{7F0E5A4E-637C-644F-AA81-7F482A2DCD3A}" type="presOf" srcId="{97EDC930-48E1-C04C-9F83-90083916F894}" destId="{19A247E1-EB2F-654A-925F-FCA6BCB3D386}" srcOrd="0" destOrd="0" presId="urn:microsoft.com/office/officeart/2005/8/layout/hierarchy1"/>
    <dgm:cxn modelId="{ABE69B56-122D-F546-B34E-DA0FFE25DCC9}" type="presOf" srcId="{C7122185-E2FA-3C48-B094-1FF8A9473545}" destId="{917E2107-3650-5646-8197-985BF1722F01}" srcOrd="0" destOrd="0" presId="urn:microsoft.com/office/officeart/2005/8/layout/hierarchy1"/>
    <dgm:cxn modelId="{1DD6F25B-465A-2A47-9641-E9852B97E257}" type="presOf" srcId="{39B2EAD0-A5DC-1641-A109-A9B0089DE59E}" destId="{2D286FA3-3145-8046-AC7B-A049134CD428}" srcOrd="0" destOrd="0" presId="urn:microsoft.com/office/officeart/2005/8/layout/hierarchy1"/>
    <dgm:cxn modelId="{55EB8A62-B112-8745-A5C4-B84125929B21}" srcId="{97EDC930-48E1-C04C-9F83-90083916F894}" destId="{C058B3E0-16DB-5242-8986-400394202EA9}" srcOrd="1" destOrd="0" parTransId="{39B2EAD0-A5DC-1641-A109-A9B0089DE59E}" sibTransId="{123366AA-15DC-5847-B25B-DC73CBEB21D9}"/>
    <dgm:cxn modelId="{E6B1566F-6EBE-2B4C-A221-B7A9D2D68B1C}" type="presOf" srcId="{C058B3E0-16DB-5242-8986-400394202EA9}" destId="{BC5F2AE7-CE14-344E-BE01-76CC1CE92453}" srcOrd="0" destOrd="0" presId="urn:microsoft.com/office/officeart/2005/8/layout/hierarchy1"/>
    <dgm:cxn modelId="{4B3A8072-D9EF-AE44-A146-5C4D87DF08F7}" type="presOf" srcId="{8EC3D062-D4CA-EE44-8A59-EE3F0416D1E7}" destId="{E39C314C-2AC3-3F48-8525-3DB2FB135075}" srcOrd="0" destOrd="0" presId="urn:microsoft.com/office/officeart/2005/8/layout/hierarchy1"/>
    <dgm:cxn modelId="{BC8D9E7B-96DB-9445-9C2C-D6A33252B4CD}" type="presOf" srcId="{FB8F72B0-4286-8441-B1B0-584525BFD365}" destId="{8A90D771-0664-6240-AD68-48AF872E5454}" srcOrd="0" destOrd="0" presId="urn:microsoft.com/office/officeart/2005/8/layout/hierarchy1"/>
    <dgm:cxn modelId="{6095CF80-D8BD-C048-840F-5F6B646934A5}" srcId="{F76D1F70-F1C2-8946-807A-AF4AA6B3484E}" destId="{97EDC930-48E1-C04C-9F83-90083916F894}" srcOrd="0" destOrd="0" parTransId="{C7122185-E2FA-3C48-B094-1FF8A9473545}" sibTransId="{06BC2D08-112C-BD4A-96BA-4B180A9E357E}"/>
    <dgm:cxn modelId="{EE679C81-E5DB-824E-88DB-E311EB821E5A}" type="presOf" srcId="{29ACD56E-0588-584B-AD61-9653EC0A9E95}" destId="{A149A49A-0EC8-5841-A090-7C3862CCC603}" srcOrd="0" destOrd="0" presId="urn:microsoft.com/office/officeart/2005/8/layout/hierarchy1"/>
    <dgm:cxn modelId="{DAD1AC94-AF9C-CF4D-ABB6-FB9024A2DC96}" type="presOf" srcId="{AD7990B7-7B2F-D74A-84BF-65D725E61CA1}" destId="{1137C04F-299A-8D41-A309-ED4D4067CF61}" srcOrd="0" destOrd="0" presId="urn:microsoft.com/office/officeart/2005/8/layout/hierarchy1"/>
    <dgm:cxn modelId="{6947D19B-788E-2147-BF37-FC9E89BFC8C3}" type="presOf" srcId="{F92415D6-2006-B841-BA4A-FC9883780BB6}" destId="{DDE582C1-CE7E-2545-8DAC-DD66867527A9}" srcOrd="0" destOrd="0" presId="urn:microsoft.com/office/officeart/2005/8/layout/hierarchy1"/>
    <dgm:cxn modelId="{8DD55CA2-3DA9-ED4E-8D29-6FE56D3F1214}" type="presOf" srcId="{A2B37EA3-B760-2645-AD21-33DB0F26AE0A}" destId="{7AECBA63-3580-0D44-88FB-387803825DBB}" srcOrd="0" destOrd="0" presId="urn:microsoft.com/office/officeart/2005/8/layout/hierarchy1"/>
    <dgm:cxn modelId="{C88E5EA2-5AD8-0A4D-95B5-5E378806C632}" srcId="{97EDC930-48E1-C04C-9F83-90083916F894}" destId="{AD7990B7-7B2F-D74A-84BF-65D725E61CA1}" srcOrd="0" destOrd="0" parTransId="{75C30321-6A15-C14B-B02E-4F505B912455}" sibTransId="{AE926D7A-8905-C84A-92E7-6EBB8525CFC7}"/>
    <dgm:cxn modelId="{C69C37D0-F6D4-AD46-AD7B-17E6FB4F8A7B}" type="presOf" srcId="{75C30321-6A15-C14B-B02E-4F505B912455}" destId="{74AF51D2-919D-D641-A2EE-F6D116F3CC8C}" srcOrd="0" destOrd="0" presId="urn:microsoft.com/office/officeart/2005/8/layout/hierarchy1"/>
    <dgm:cxn modelId="{4DA20ED4-1B68-DA4D-A5CF-73C75BF63FF4}" type="presOf" srcId="{852D55BE-6E91-1B45-B5D7-71AD9D203E18}" destId="{4878482F-5804-6344-B2F1-27014B4A7838}" srcOrd="0" destOrd="0" presId="urn:microsoft.com/office/officeart/2005/8/layout/hierarchy1"/>
    <dgm:cxn modelId="{976052D4-E36B-014D-B46C-8FC353A49E62}" srcId="{8EC3D062-D4CA-EE44-8A59-EE3F0416D1E7}" destId="{F92415D6-2006-B841-BA4A-FC9883780BB6}" srcOrd="2" destOrd="0" parTransId="{4DAECC5E-2686-5D41-B81F-47744218CA36}" sibTransId="{8B89BEB7-2B28-8247-A3E2-4071E325D7F6}"/>
    <dgm:cxn modelId="{55EBCAD4-25C2-8847-A0FE-A822D02B3799}" type="presOf" srcId="{BD1C6E92-B25D-0940-87B7-145E922579A2}" destId="{21E1E6AA-EE72-3241-9238-6C2039A37BA2}" srcOrd="0" destOrd="0" presId="urn:microsoft.com/office/officeart/2005/8/layout/hierarchy1"/>
    <dgm:cxn modelId="{B9B9F8D7-39B4-6244-AD01-E933DF2A3F8C}" srcId="{F76D1F70-F1C2-8946-807A-AF4AA6B3484E}" destId="{8EC3D062-D4CA-EE44-8A59-EE3F0416D1E7}" srcOrd="1" destOrd="0" parTransId="{852D55BE-6E91-1B45-B5D7-71AD9D203E18}" sibTransId="{BF7C1239-41F4-3040-B93F-494B8A898630}"/>
    <dgm:cxn modelId="{4BFC34DC-8D74-D643-915B-F612CB072F1F}" type="presOf" srcId="{F76D1F70-F1C2-8946-807A-AF4AA6B3484E}" destId="{DE6AC37A-5717-1F42-920C-B5BBA9883DAB}" srcOrd="0" destOrd="0" presId="urn:microsoft.com/office/officeart/2005/8/layout/hierarchy1"/>
    <dgm:cxn modelId="{EACAD2E5-CE81-E340-9F19-78D1FA5EC6DA}" type="presOf" srcId="{4DAECC5E-2686-5D41-B81F-47744218CA36}" destId="{369FC9D8-1482-BB4F-A3FC-08231251DA95}" srcOrd="0" destOrd="0" presId="urn:microsoft.com/office/officeart/2005/8/layout/hierarchy1"/>
    <dgm:cxn modelId="{93B052E8-D485-1A49-84D3-A070EB30A3C3}" type="presOf" srcId="{97FAF3BD-4D95-5445-894D-0004F377F2F5}" destId="{86970092-FFEC-6343-8E1D-9A89410130AC}" srcOrd="0" destOrd="0" presId="urn:microsoft.com/office/officeart/2005/8/layout/hierarchy1"/>
    <dgm:cxn modelId="{1F123E7F-D0F4-F542-8EE0-C70C372CFF86}" type="presParOf" srcId="{21E1E6AA-EE72-3241-9238-6C2039A37BA2}" destId="{AA0C3744-AE6C-3D43-BF28-05F591C42004}" srcOrd="0" destOrd="0" presId="urn:microsoft.com/office/officeart/2005/8/layout/hierarchy1"/>
    <dgm:cxn modelId="{BCDFCEDE-C4C3-B149-8563-50B8D85406F7}" type="presParOf" srcId="{AA0C3744-AE6C-3D43-BF28-05F591C42004}" destId="{A493F03C-A2F8-0F45-B45A-A947B11B530B}" srcOrd="0" destOrd="0" presId="urn:microsoft.com/office/officeart/2005/8/layout/hierarchy1"/>
    <dgm:cxn modelId="{C34BA45F-4569-B240-AAC4-49ED767ADB10}" type="presParOf" srcId="{A493F03C-A2F8-0F45-B45A-A947B11B530B}" destId="{CABC13FC-AD57-6941-A750-85350EE3FA84}" srcOrd="0" destOrd="0" presId="urn:microsoft.com/office/officeart/2005/8/layout/hierarchy1"/>
    <dgm:cxn modelId="{201684F0-AB6F-354F-AA41-528588EEBECC}" type="presParOf" srcId="{A493F03C-A2F8-0F45-B45A-A947B11B530B}" destId="{DE6AC37A-5717-1F42-920C-B5BBA9883DAB}" srcOrd="1" destOrd="0" presId="urn:microsoft.com/office/officeart/2005/8/layout/hierarchy1"/>
    <dgm:cxn modelId="{3A3FA935-A778-154D-8D8A-CF66DEEE6E01}" type="presParOf" srcId="{AA0C3744-AE6C-3D43-BF28-05F591C42004}" destId="{312CFFED-2617-6D4C-B733-2BE7EBAD68D2}" srcOrd="1" destOrd="0" presId="urn:microsoft.com/office/officeart/2005/8/layout/hierarchy1"/>
    <dgm:cxn modelId="{C276EC59-11DA-A545-92A0-07449BFA62BA}" type="presParOf" srcId="{312CFFED-2617-6D4C-B733-2BE7EBAD68D2}" destId="{917E2107-3650-5646-8197-985BF1722F01}" srcOrd="0" destOrd="0" presId="urn:microsoft.com/office/officeart/2005/8/layout/hierarchy1"/>
    <dgm:cxn modelId="{82DE1143-A251-1A4C-96E2-744644671A2E}" type="presParOf" srcId="{312CFFED-2617-6D4C-B733-2BE7EBAD68D2}" destId="{8AA5D296-2E2E-8248-8DBB-29CFB2100CF3}" srcOrd="1" destOrd="0" presId="urn:microsoft.com/office/officeart/2005/8/layout/hierarchy1"/>
    <dgm:cxn modelId="{C0479CE3-59FA-2345-A613-CCF7FA5FA876}" type="presParOf" srcId="{8AA5D296-2E2E-8248-8DBB-29CFB2100CF3}" destId="{CB52474E-ABEB-BA4C-966A-5930592F5859}" srcOrd="0" destOrd="0" presId="urn:microsoft.com/office/officeart/2005/8/layout/hierarchy1"/>
    <dgm:cxn modelId="{7B504768-4060-B84A-A61F-F7EDAA3704F1}" type="presParOf" srcId="{CB52474E-ABEB-BA4C-966A-5930592F5859}" destId="{91021671-427F-3041-868B-DCDA3F3CD91D}" srcOrd="0" destOrd="0" presId="urn:microsoft.com/office/officeart/2005/8/layout/hierarchy1"/>
    <dgm:cxn modelId="{61353C2D-9BF5-2D46-B0DD-F275FE176CCF}" type="presParOf" srcId="{CB52474E-ABEB-BA4C-966A-5930592F5859}" destId="{19A247E1-EB2F-654A-925F-FCA6BCB3D386}" srcOrd="1" destOrd="0" presId="urn:microsoft.com/office/officeart/2005/8/layout/hierarchy1"/>
    <dgm:cxn modelId="{591BE6B6-994A-FD46-8B3A-0DAB55C83D37}" type="presParOf" srcId="{8AA5D296-2E2E-8248-8DBB-29CFB2100CF3}" destId="{A956799A-234F-A84F-B1AA-A8CD3C55F7B4}" srcOrd="1" destOrd="0" presId="urn:microsoft.com/office/officeart/2005/8/layout/hierarchy1"/>
    <dgm:cxn modelId="{9F06A7A1-12DA-7342-89A9-72B44B985365}" type="presParOf" srcId="{A956799A-234F-A84F-B1AA-A8CD3C55F7B4}" destId="{74AF51D2-919D-D641-A2EE-F6D116F3CC8C}" srcOrd="0" destOrd="0" presId="urn:microsoft.com/office/officeart/2005/8/layout/hierarchy1"/>
    <dgm:cxn modelId="{D1E13CF9-F510-4745-AF80-C0FBECAC28D4}" type="presParOf" srcId="{A956799A-234F-A84F-B1AA-A8CD3C55F7B4}" destId="{B7A85470-3AB3-9540-A8FE-5F445296D9B3}" srcOrd="1" destOrd="0" presId="urn:microsoft.com/office/officeart/2005/8/layout/hierarchy1"/>
    <dgm:cxn modelId="{1BE9CA20-EB7B-4C44-9FD1-B76FEE9868BB}" type="presParOf" srcId="{B7A85470-3AB3-9540-A8FE-5F445296D9B3}" destId="{DFA50357-E3D1-9746-8D60-0B12FD1644A5}" srcOrd="0" destOrd="0" presId="urn:microsoft.com/office/officeart/2005/8/layout/hierarchy1"/>
    <dgm:cxn modelId="{8BC0D30B-5F76-DD48-8FAD-3AB72E3704B2}" type="presParOf" srcId="{DFA50357-E3D1-9746-8D60-0B12FD1644A5}" destId="{B837ACF7-0DA8-E345-9A0E-4B44B8CBFB26}" srcOrd="0" destOrd="0" presId="urn:microsoft.com/office/officeart/2005/8/layout/hierarchy1"/>
    <dgm:cxn modelId="{B7CAA6EC-2B0A-4945-ABDD-A1A58FA4509F}" type="presParOf" srcId="{DFA50357-E3D1-9746-8D60-0B12FD1644A5}" destId="{1137C04F-299A-8D41-A309-ED4D4067CF61}" srcOrd="1" destOrd="0" presId="urn:microsoft.com/office/officeart/2005/8/layout/hierarchy1"/>
    <dgm:cxn modelId="{B7174658-377E-E24C-9425-CDF637B3D375}" type="presParOf" srcId="{B7A85470-3AB3-9540-A8FE-5F445296D9B3}" destId="{8E542BEE-CB4E-384B-AF0F-DA650A009D01}" srcOrd="1" destOrd="0" presId="urn:microsoft.com/office/officeart/2005/8/layout/hierarchy1"/>
    <dgm:cxn modelId="{A5A80E1E-4635-5841-9425-296703EFF348}" type="presParOf" srcId="{A956799A-234F-A84F-B1AA-A8CD3C55F7B4}" destId="{2D286FA3-3145-8046-AC7B-A049134CD428}" srcOrd="2" destOrd="0" presId="urn:microsoft.com/office/officeart/2005/8/layout/hierarchy1"/>
    <dgm:cxn modelId="{9027C17E-4F56-8945-84E5-926152A7956B}" type="presParOf" srcId="{A956799A-234F-A84F-B1AA-A8CD3C55F7B4}" destId="{9A231703-74D4-AC42-8DC5-AF072C46FBA6}" srcOrd="3" destOrd="0" presId="urn:microsoft.com/office/officeart/2005/8/layout/hierarchy1"/>
    <dgm:cxn modelId="{128FEFDC-32EB-A647-9140-489C3FAB5D1B}" type="presParOf" srcId="{9A231703-74D4-AC42-8DC5-AF072C46FBA6}" destId="{F0BA65F7-B675-2042-9B8F-8064B3FB3634}" srcOrd="0" destOrd="0" presId="urn:microsoft.com/office/officeart/2005/8/layout/hierarchy1"/>
    <dgm:cxn modelId="{BF4CB2DE-52F1-EF42-B7DF-40C429210B10}" type="presParOf" srcId="{F0BA65F7-B675-2042-9B8F-8064B3FB3634}" destId="{33DEF820-BFBD-6943-939E-3F7BB60BADBC}" srcOrd="0" destOrd="0" presId="urn:microsoft.com/office/officeart/2005/8/layout/hierarchy1"/>
    <dgm:cxn modelId="{FD833A0D-2ECE-2040-BB3D-FF99D0B0E427}" type="presParOf" srcId="{F0BA65F7-B675-2042-9B8F-8064B3FB3634}" destId="{BC5F2AE7-CE14-344E-BE01-76CC1CE92453}" srcOrd="1" destOrd="0" presId="urn:microsoft.com/office/officeart/2005/8/layout/hierarchy1"/>
    <dgm:cxn modelId="{33899E1F-79E9-C445-A83D-B9037302B6F2}" type="presParOf" srcId="{9A231703-74D4-AC42-8DC5-AF072C46FBA6}" destId="{82687AA3-913C-FB4A-BDF7-DDECAE28DA6F}" srcOrd="1" destOrd="0" presId="urn:microsoft.com/office/officeart/2005/8/layout/hierarchy1"/>
    <dgm:cxn modelId="{DAC3308C-6502-8645-A147-F72D9B41838F}" type="presParOf" srcId="{A956799A-234F-A84F-B1AA-A8CD3C55F7B4}" destId="{8A90D771-0664-6240-AD68-48AF872E5454}" srcOrd="4" destOrd="0" presId="urn:microsoft.com/office/officeart/2005/8/layout/hierarchy1"/>
    <dgm:cxn modelId="{D111D3A4-DBE0-D040-AE1E-53FA8B82C59F}" type="presParOf" srcId="{A956799A-234F-A84F-B1AA-A8CD3C55F7B4}" destId="{21494D90-7F87-9D49-93EC-4D2A0437C85F}" srcOrd="5" destOrd="0" presId="urn:microsoft.com/office/officeart/2005/8/layout/hierarchy1"/>
    <dgm:cxn modelId="{91F0AF00-5FD7-CF4D-AC79-B80B3C001247}" type="presParOf" srcId="{21494D90-7F87-9D49-93EC-4D2A0437C85F}" destId="{A0A7662C-1D72-6843-93DD-8560A3AAC900}" srcOrd="0" destOrd="0" presId="urn:microsoft.com/office/officeart/2005/8/layout/hierarchy1"/>
    <dgm:cxn modelId="{011355B2-1CFC-0642-ACEF-693F69E1B332}" type="presParOf" srcId="{A0A7662C-1D72-6843-93DD-8560A3AAC900}" destId="{97280797-7137-1543-B79F-B6CAC7F93650}" srcOrd="0" destOrd="0" presId="urn:microsoft.com/office/officeart/2005/8/layout/hierarchy1"/>
    <dgm:cxn modelId="{9BCA331D-405B-7A48-8F09-EAFD381BA636}" type="presParOf" srcId="{A0A7662C-1D72-6843-93DD-8560A3AAC900}" destId="{A149A49A-0EC8-5841-A090-7C3862CCC603}" srcOrd="1" destOrd="0" presId="urn:microsoft.com/office/officeart/2005/8/layout/hierarchy1"/>
    <dgm:cxn modelId="{C72D424D-7B90-D64A-9187-F39262CEBDE8}" type="presParOf" srcId="{21494D90-7F87-9D49-93EC-4D2A0437C85F}" destId="{02C59672-19D0-FC4D-BD2B-1E63E0AEE3A2}" srcOrd="1" destOrd="0" presId="urn:microsoft.com/office/officeart/2005/8/layout/hierarchy1"/>
    <dgm:cxn modelId="{369DA211-A03B-B846-BB94-4944E11825AD}" type="presParOf" srcId="{312CFFED-2617-6D4C-B733-2BE7EBAD68D2}" destId="{4878482F-5804-6344-B2F1-27014B4A7838}" srcOrd="2" destOrd="0" presId="urn:microsoft.com/office/officeart/2005/8/layout/hierarchy1"/>
    <dgm:cxn modelId="{A32C8ADA-D480-FE42-9250-C4D9CC30AFE3}" type="presParOf" srcId="{312CFFED-2617-6D4C-B733-2BE7EBAD68D2}" destId="{2B451620-740B-CC46-85CB-917151D96D39}" srcOrd="3" destOrd="0" presId="urn:microsoft.com/office/officeart/2005/8/layout/hierarchy1"/>
    <dgm:cxn modelId="{92F2F36E-8160-3848-B9B6-90A1B283DC55}" type="presParOf" srcId="{2B451620-740B-CC46-85CB-917151D96D39}" destId="{0A77A6BF-1737-5342-A59B-E032726351BD}" srcOrd="0" destOrd="0" presId="urn:microsoft.com/office/officeart/2005/8/layout/hierarchy1"/>
    <dgm:cxn modelId="{C7FA0B51-EE23-BB4A-8628-E66EA72D2B34}" type="presParOf" srcId="{0A77A6BF-1737-5342-A59B-E032726351BD}" destId="{5242F3E9-3D7E-E94E-9781-4303F1F38851}" srcOrd="0" destOrd="0" presId="urn:microsoft.com/office/officeart/2005/8/layout/hierarchy1"/>
    <dgm:cxn modelId="{3F433509-D741-AA44-B50E-9100665E685B}" type="presParOf" srcId="{0A77A6BF-1737-5342-A59B-E032726351BD}" destId="{E39C314C-2AC3-3F48-8525-3DB2FB135075}" srcOrd="1" destOrd="0" presId="urn:microsoft.com/office/officeart/2005/8/layout/hierarchy1"/>
    <dgm:cxn modelId="{DC753FDC-88D0-174D-BB41-F5A34C3B797C}" type="presParOf" srcId="{2B451620-740B-CC46-85CB-917151D96D39}" destId="{02495DD6-42EB-B84D-B43E-71866E604024}" srcOrd="1" destOrd="0" presId="urn:microsoft.com/office/officeart/2005/8/layout/hierarchy1"/>
    <dgm:cxn modelId="{3B036175-D102-2E48-BD47-752973FAE4A5}" type="presParOf" srcId="{02495DD6-42EB-B84D-B43E-71866E604024}" destId="{FCDB4222-BD88-594F-B5D5-E0ED4CA88DF0}" srcOrd="0" destOrd="0" presId="urn:microsoft.com/office/officeart/2005/8/layout/hierarchy1"/>
    <dgm:cxn modelId="{2DB21D99-C26A-3C40-B9C2-E8BDCB83400A}" type="presParOf" srcId="{02495DD6-42EB-B84D-B43E-71866E604024}" destId="{A34FC46C-0199-9344-A600-419D8C0923C7}" srcOrd="1" destOrd="0" presId="urn:microsoft.com/office/officeart/2005/8/layout/hierarchy1"/>
    <dgm:cxn modelId="{D6929C75-10A8-8743-9AAB-780AE3ABAD49}" type="presParOf" srcId="{A34FC46C-0199-9344-A600-419D8C0923C7}" destId="{49713391-AA8D-0C4D-8521-A01628E1B72C}" srcOrd="0" destOrd="0" presId="urn:microsoft.com/office/officeart/2005/8/layout/hierarchy1"/>
    <dgm:cxn modelId="{FA38BA99-FAA2-8B4A-A1F8-B5A9A165F209}" type="presParOf" srcId="{49713391-AA8D-0C4D-8521-A01628E1B72C}" destId="{63901E90-29B6-6C4A-8E75-5864FE745EAE}" srcOrd="0" destOrd="0" presId="urn:microsoft.com/office/officeart/2005/8/layout/hierarchy1"/>
    <dgm:cxn modelId="{9887916D-FA29-6140-8A78-5421A20D82D3}" type="presParOf" srcId="{49713391-AA8D-0C4D-8521-A01628E1B72C}" destId="{86970092-FFEC-6343-8E1D-9A89410130AC}" srcOrd="1" destOrd="0" presId="urn:microsoft.com/office/officeart/2005/8/layout/hierarchy1"/>
    <dgm:cxn modelId="{6243CAAE-224F-DC4A-A31D-19709BB3CBAB}" type="presParOf" srcId="{A34FC46C-0199-9344-A600-419D8C0923C7}" destId="{65A7E9F7-6136-7A4F-A99C-8781E48C435D}" srcOrd="1" destOrd="0" presId="urn:microsoft.com/office/officeart/2005/8/layout/hierarchy1"/>
    <dgm:cxn modelId="{9C2A8ED1-19C0-5944-B7DC-9C55D2226867}" type="presParOf" srcId="{02495DD6-42EB-B84D-B43E-71866E604024}" destId="{7AECBA63-3580-0D44-88FB-387803825DBB}" srcOrd="2" destOrd="0" presId="urn:microsoft.com/office/officeart/2005/8/layout/hierarchy1"/>
    <dgm:cxn modelId="{B56DA399-22A8-D041-9BB4-22A25981E6AF}" type="presParOf" srcId="{02495DD6-42EB-B84D-B43E-71866E604024}" destId="{99C62302-87CE-9C44-9ED1-A4E9F39AF743}" srcOrd="3" destOrd="0" presId="urn:microsoft.com/office/officeart/2005/8/layout/hierarchy1"/>
    <dgm:cxn modelId="{941909AA-635F-4B41-B1CB-BFCFE73D2F40}" type="presParOf" srcId="{99C62302-87CE-9C44-9ED1-A4E9F39AF743}" destId="{8EC03E4C-0D75-B740-8BBA-716F5DFF6FF3}" srcOrd="0" destOrd="0" presId="urn:microsoft.com/office/officeart/2005/8/layout/hierarchy1"/>
    <dgm:cxn modelId="{68EE36E9-0287-2246-829E-A768A924907F}" type="presParOf" srcId="{8EC03E4C-0D75-B740-8BBA-716F5DFF6FF3}" destId="{00D133C5-0D43-8F42-B256-FDD7CEE9C7CC}" srcOrd="0" destOrd="0" presId="urn:microsoft.com/office/officeart/2005/8/layout/hierarchy1"/>
    <dgm:cxn modelId="{0C3853B7-D439-A547-A93F-EA1F2ADEF565}" type="presParOf" srcId="{8EC03E4C-0D75-B740-8BBA-716F5DFF6FF3}" destId="{A38BFC1C-FF1E-8D4E-9CD1-A1AECD5D4A3C}" srcOrd="1" destOrd="0" presId="urn:microsoft.com/office/officeart/2005/8/layout/hierarchy1"/>
    <dgm:cxn modelId="{6823C106-A584-CB49-BF04-A90684EA9738}" type="presParOf" srcId="{99C62302-87CE-9C44-9ED1-A4E9F39AF743}" destId="{C11A913F-BDBE-324C-92C8-8EDDF064534E}" srcOrd="1" destOrd="0" presId="urn:microsoft.com/office/officeart/2005/8/layout/hierarchy1"/>
    <dgm:cxn modelId="{33DFCFC3-8C3F-6A49-892B-3EE04D2034DE}" type="presParOf" srcId="{02495DD6-42EB-B84D-B43E-71866E604024}" destId="{369FC9D8-1482-BB4F-A3FC-08231251DA95}" srcOrd="4" destOrd="0" presId="urn:microsoft.com/office/officeart/2005/8/layout/hierarchy1"/>
    <dgm:cxn modelId="{992D02E4-BD67-F94D-B937-8E139D8E1225}" type="presParOf" srcId="{02495DD6-42EB-B84D-B43E-71866E604024}" destId="{744A5DCD-7584-5542-81A5-9A1AA016178C}" srcOrd="5" destOrd="0" presId="urn:microsoft.com/office/officeart/2005/8/layout/hierarchy1"/>
    <dgm:cxn modelId="{CBB27B76-8B85-5E43-BDC5-A54C41F8E0D1}" type="presParOf" srcId="{744A5DCD-7584-5542-81A5-9A1AA016178C}" destId="{C2121F95-5370-6543-AA0B-0F15242E48D7}" srcOrd="0" destOrd="0" presId="urn:microsoft.com/office/officeart/2005/8/layout/hierarchy1"/>
    <dgm:cxn modelId="{FAD93D1B-11FF-0341-984D-E46AA552908A}" type="presParOf" srcId="{C2121F95-5370-6543-AA0B-0F15242E48D7}" destId="{ACBC97D9-87EF-6942-AA36-7BD4140AD5FD}" srcOrd="0" destOrd="0" presId="urn:microsoft.com/office/officeart/2005/8/layout/hierarchy1"/>
    <dgm:cxn modelId="{74B5FE2A-6671-6841-8F42-7FA9F4E3D664}" type="presParOf" srcId="{C2121F95-5370-6543-AA0B-0F15242E48D7}" destId="{DDE582C1-CE7E-2545-8DAC-DD66867527A9}" srcOrd="1" destOrd="0" presId="urn:microsoft.com/office/officeart/2005/8/layout/hierarchy1"/>
    <dgm:cxn modelId="{EDBB7B5C-F113-3242-AFAA-D55C99A8DF66}" type="presParOf" srcId="{744A5DCD-7584-5542-81A5-9A1AA016178C}" destId="{E74DF98F-7DB6-AA44-BDAF-BA9790E0D942}" srcOrd="1" destOrd="0" presId="urn:microsoft.com/office/officeart/2005/8/layout/hierarchy1"/>
    <dgm:cxn modelId="{F83CBE9F-D329-5341-A847-290D8F593168}" type="presParOf" srcId="{02495DD6-42EB-B84D-B43E-71866E604024}" destId="{9E1C0CAA-56F9-034E-AF93-BBB9C7D6890A}" srcOrd="6" destOrd="0" presId="urn:microsoft.com/office/officeart/2005/8/layout/hierarchy1"/>
    <dgm:cxn modelId="{A648AC97-5BD0-8041-97B5-86045109F786}" type="presParOf" srcId="{02495DD6-42EB-B84D-B43E-71866E604024}" destId="{28219E1A-05DD-5249-B44D-25AAFC0775E3}" srcOrd="7" destOrd="0" presId="urn:microsoft.com/office/officeart/2005/8/layout/hierarchy1"/>
    <dgm:cxn modelId="{7671DF03-3724-0543-ADB1-17F4AE476774}" type="presParOf" srcId="{28219E1A-05DD-5249-B44D-25AAFC0775E3}" destId="{DC275924-C42F-3742-BF35-39D7DE66A950}" srcOrd="0" destOrd="0" presId="urn:microsoft.com/office/officeart/2005/8/layout/hierarchy1"/>
    <dgm:cxn modelId="{BBF08614-DA23-F942-99B5-1D63929718AC}" type="presParOf" srcId="{DC275924-C42F-3742-BF35-39D7DE66A950}" destId="{821B81F5-A2B6-0D4D-A81F-984B972A07EB}" srcOrd="0" destOrd="0" presId="urn:microsoft.com/office/officeart/2005/8/layout/hierarchy1"/>
    <dgm:cxn modelId="{D3F1D950-389F-BE4D-B4FC-C2743A90D85F}" type="presParOf" srcId="{DC275924-C42F-3742-BF35-39D7DE66A950}" destId="{4F2AB93F-42A3-5443-948A-68D1F7243C7B}" srcOrd="1" destOrd="0" presId="urn:microsoft.com/office/officeart/2005/8/layout/hierarchy1"/>
    <dgm:cxn modelId="{45BDA7D9-ABBE-2B46-9631-C54FA20BDFF0}" type="presParOf" srcId="{28219E1A-05DD-5249-B44D-25AAFC0775E3}" destId="{005C5A88-3C04-C342-9DDD-A798D52670BD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1C0CAA-56F9-034E-AF93-BBB9C7D6890A}">
      <dsp:nvSpPr>
        <dsp:cNvPr id="0" name=""/>
        <dsp:cNvSpPr/>
      </dsp:nvSpPr>
      <dsp:spPr>
        <a:xfrm>
          <a:off x="7467719" y="2504739"/>
          <a:ext cx="2278979" cy="3615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6371"/>
              </a:lnTo>
              <a:lnTo>
                <a:pt x="2278979" y="246371"/>
              </a:lnTo>
              <a:lnTo>
                <a:pt x="2278979" y="36152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69FC9D8-1482-BB4F-A3FC-08231251DA95}">
      <dsp:nvSpPr>
        <dsp:cNvPr id="0" name=""/>
        <dsp:cNvSpPr/>
      </dsp:nvSpPr>
      <dsp:spPr>
        <a:xfrm>
          <a:off x="7467719" y="2504739"/>
          <a:ext cx="759659" cy="3615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6371"/>
              </a:lnTo>
              <a:lnTo>
                <a:pt x="759659" y="246371"/>
              </a:lnTo>
              <a:lnTo>
                <a:pt x="759659" y="36152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AECBA63-3580-0D44-88FB-387803825DBB}">
      <dsp:nvSpPr>
        <dsp:cNvPr id="0" name=""/>
        <dsp:cNvSpPr/>
      </dsp:nvSpPr>
      <dsp:spPr>
        <a:xfrm>
          <a:off x="6708059" y="2504739"/>
          <a:ext cx="759659" cy="361528"/>
        </a:xfrm>
        <a:custGeom>
          <a:avLst/>
          <a:gdLst/>
          <a:ahLst/>
          <a:cxnLst/>
          <a:rect l="0" t="0" r="0" b="0"/>
          <a:pathLst>
            <a:path>
              <a:moveTo>
                <a:pt x="759659" y="0"/>
              </a:moveTo>
              <a:lnTo>
                <a:pt x="759659" y="246371"/>
              </a:lnTo>
              <a:lnTo>
                <a:pt x="0" y="246371"/>
              </a:lnTo>
              <a:lnTo>
                <a:pt x="0" y="36152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CDB4222-BD88-594F-B5D5-E0ED4CA88DF0}">
      <dsp:nvSpPr>
        <dsp:cNvPr id="0" name=""/>
        <dsp:cNvSpPr/>
      </dsp:nvSpPr>
      <dsp:spPr>
        <a:xfrm>
          <a:off x="5188740" y="2504739"/>
          <a:ext cx="2278979" cy="361528"/>
        </a:xfrm>
        <a:custGeom>
          <a:avLst/>
          <a:gdLst/>
          <a:ahLst/>
          <a:cxnLst/>
          <a:rect l="0" t="0" r="0" b="0"/>
          <a:pathLst>
            <a:path>
              <a:moveTo>
                <a:pt x="2278979" y="0"/>
              </a:moveTo>
              <a:lnTo>
                <a:pt x="2278979" y="246371"/>
              </a:lnTo>
              <a:lnTo>
                <a:pt x="0" y="246371"/>
              </a:lnTo>
              <a:lnTo>
                <a:pt x="0" y="36152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878482F-5804-6344-B2F1-27014B4A7838}">
      <dsp:nvSpPr>
        <dsp:cNvPr id="0" name=""/>
        <dsp:cNvSpPr/>
      </dsp:nvSpPr>
      <dsp:spPr>
        <a:xfrm>
          <a:off x="4808910" y="1353855"/>
          <a:ext cx="2658808" cy="3615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6371"/>
              </a:lnTo>
              <a:lnTo>
                <a:pt x="2658808" y="246371"/>
              </a:lnTo>
              <a:lnTo>
                <a:pt x="2658808" y="36152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A90D771-0664-6240-AD68-48AF872E5454}">
      <dsp:nvSpPr>
        <dsp:cNvPr id="0" name=""/>
        <dsp:cNvSpPr/>
      </dsp:nvSpPr>
      <dsp:spPr>
        <a:xfrm>
          <a:off x="2150101" y="2504739"/>
          <a:ext cx="1519319" cy="3615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6371"/>
              </a:lnTo>
              <a:lnTo>
                <a:pt x="1519319" y="246371"/>
              </a:lnTo>
              <a:lnTo>
                <a:pt x="1519319" y="36152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D286FA3-3145-8046-AC7B-A049134CD428}">
      <dsp:nvSpPr>
        <dsp:cNvPr id="0" name=""/>
        <dsp:cNvSpPr/>
      </dsp:nvSpPr>
      <dsp:spPr>
        <a:xfrm>
          <a:off x="2104381" y="2504739"/>
          <a:ext cx="91440" cy="36152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6152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4AF51D2-919D-D641-A2EE-F6D116F3CC8C}">
      <dsp:nvSpPr>
        <dsp:cNvPr id="0" name=""/>
        <dsp:cNvSpPr/>
      </dsp:nvSpPr>
      <dsp:spPr>
        <a:xfrm>
          <a:off x="630781" y="2504739"/>
          <a:ext cx="1519319" cy="361528"/>
        </a:xfrm>
        <a:custGeom>
          <a:avLst/>
          <a:gdLst/>
          <a:ahLst/>
          <a:cxnLst/>
          <a:rect l="0" t="0" r="0" b="0"/>
          <a:pathLst>
            <a:path>
              <a:moveTo>
                <a:pt x="1519319" y="0"/>
              </a:moveTo>
              <a:lnTo>
                <a:pt x="1519319" y="246371"/>
              </a:lnTo>
              <a:lnTo>
                <a:pt x="0" y="246371"/>
              </a:lnTo>
              <a:lnTo>
                <a:pt x="0" y="36152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17E2107-3650-5646-8197-985BF1722F01}">
      <dsp:nvSpPr>
        <dsp:cNvPr id="0" name=""/>
        <dsp:cNvSpPr/>
      </dsp:nvSpPr>
      <dsp:spPr>
        <a:xfrm>
          <a:off x="2150101" y="1353855"/>
          <a:ext cx="2658808" cy="361528"/>
        </a:xfrm>
        <a:custGeom>
          <a:avLst/>
          <a:gdLst/>
          <a:ahLst/>
          <a:cxnLst/>
          <a:rect l="0" t="0" r="0" b="0"/>
          <a:pathLst>
            <a:path>
              <a:moveTo>
                <a:pt x="2658808" y="0"/>
              </a:moveTo>
              <a:lnTo>
                <a:pt x="2658808" y="246371"/>
              </a:lnTo>
              <a:lnTo>
                <a:pt x="0" y="246371"/>
              </a:lnTo>
              <a:lnTo>
                <a:pt x="0" y="36152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ABC13FC-AD57-6941-A750-85350EE3FA84}">
      <dsp:nvSpPr>
        <dsp:cNvPr id="0" name=""/>
        <dsp:cNvSpPr/>
      </dsp:nvSpPr>
      <dsp:spPr>
        <a:xfrm>
          <a:off x="4187370" y="564499"/>
          <a:ext cx="1243079" cy="789355"/>
        </a:xfrm>
        <a:prstGeom prst="roundRect">
          <a:avLst>
            <a:gd name="adj" fmla="val 10000"/>
          </a:avLst>
        </a:prstGeom>
        <a:noFill/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6AC37A-5717-1F42-920C-B5BBA9883DAB}">
      <dsp:nvSpPr>
        <dsp:cNvPr id="0" name=""/>
        <dsp:cNvSpPr/>
      </dsp:nvSpPr>
      <dsp:spPr>
        <a:xfrm>
          <a:off x="4325490" y="695713"/>
          <a:ext cx="1243079" cy="7893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asset</a:t>
          </a:r>
        </a:p>
      </dsp:txBody>
      <dsp:txXfrm>
        <a:off x="4348609" y="718832"/>
        <a:ext cx="1196841" cy="743117"/>
      </dsp:txXfrm>
    </dsp:sp>
    <dsp:sp modelId="{91021671-427F-3041-868B-DCDA3F3CD91D}">
      <dsp:nvSpPr>
        <dsp:cNvPr id="0" name=""/>
        <dsp:cNvSpPr/>
      </dsp:nvSpPr>
      <dsp:spPr>
        <a:xfrm>
          <a:off x="1528561" y="1715384"/>
          <a:ext cx="1243079" cy="789355"/>
        </a:xfrm>
        <a:prstGeom prst="roundRect">
          <a:avLst>
            <a:gd name="adj" fmla="val 10000"/>
          </a:avLst>
        </a:prstGeom>
        <a:noFill/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A247E1-EB2F-654A-925F-FCA6BCB3D386}">
      <dsp:nvSpPr>
        <dsp:cNvPr id="0" name=""/>
        <dsp:cNvSpPr/>
      </dsp:nvSpPr>
      <dsp:spPr>
        <a:xfrm>
          <a:off x="1666681" y="1846598"/>
          <a:ext cx="1243079" cy="7893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file</a:t>
          </a:r>
        </a:p>
      </dsp:txBody>
      <dsp:txXfrm>
        <a:off x="1689800" y="1869717"/>
        <a:ext cx="1196841" cy="743117"/>
      </dsp:txXfrm>
    </dsp:sp>
    <dsp:sp modelId="{B837ACF7-0DA8-E345-9A0E-4B44B8CBFB26}">
      <dsp:nvSpPr>
        <dsp:cNvPr id="0" name=""/>
        <dsp:cNvSpPr/>
      </dsp:nvSpPr>
      <dsp:spPr>
        <a:xfrm>
          <a:off x="9242" y="2866268"/>
          <a:ext cx="1243079" cy="789355"/>
        </a:xfrm>
        <a:prstGeom prst="roundRect">
          <a:avLst>
            <a:gd name="adj" fmla="val 10000"/>
          </a:avLst>
        </a:prstGeom>
        <a:noFill/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37C04F-299A-8D41-A309-ED4D4067CF61}">
      <dsp:nvSpPr>
        <dsp:cNvPr id="0" name=""/>
        <dsp:cNvSpPr/>
      </dsp:nvSpPr>
      <dsp:spPr>
        <a:xfrm>
          <a:off x="147362" y="2997482"/>
          <a:ext cx="1243079" cy="7893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templated asset</a:t>
          </a:r>
        </a:p>
      </dsp:txBody>
      <dsp:txXfrm>
        <a:off x="170481" y="3020601"/>
        <a:ext cx="1196841" cy="743117"/>
      </dsp:txXfrm>
    </dsp:sp>
    <dsp:sp modelId="{33DEF820-BFBD-6943-939E-3F7BB60BADBC}">
      <dsp:nvSpPr>
        <dsp:cNvPr id="0" name=""/>
        <dsp:cNvSpPr/>
      </dsp:nvSpPr>
      <dsp:spPr>
        <a:xfrm>
          <a:off x="1528561" y="2866268"/>
          <a:ext cx="1243079" cy="789355"/>
        </a:xfrm>
        <a:prstGeom prst="roundRect">
          <a:avLst>
            <a:gd name="adj" fmla="val 10000"/>
          </a:avLst>
        </a:prstGeom>
        <a:noFill/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5F2AE7-CE14-344E-BE01-76CC1CE92453}">
      <dsp:nvSpPr>
        <dsp:cNvPr id="0" name=""/>
        <dsp:cNvSpPr/>
      </dsp:nvSpPr>
      <dsp:spPr>
        <a:xfrm>
          <a:off x="1666681" y="2997482"/>
          <a:ext cx="1243079" cy="7893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digital asset</a:t>
          </a:r>
        </a:p>
      </dsp:txBody>
      <dsp:txXfrm>
        <a:off x="1689800" y="3020601"/>
        <a:ext cx="1196841" cy="743117"/>
      </dsp:txXfrm>
    </dsp:sp>
    <dsp:sp modelId="{97280797-7137-1543-B79F-B6CAC7F93650}">
      <dsp:nvSpPr>
        <dsp:cNvPr id="0" name=""/>
        <dsp:cNvSpPr/>
      </dsp:nvSpPr>
      <dsp:spPr>
        <a:xfrm>
          <a:off x="3047880" y="2866268"/>
          <a:ext cx="1243079" cy="789355"/>
        </a:xfrm>
        <a:prstGeom prst="roundRect">
          <a:avLst>
            <a:gd name="adj" fmla="val 10000"/>
          </a:avLst>
        </a:prstGeom>
        <a:noFill/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49A49A-0EC8-5841-A090-7C3862CCC603}">
      <dsp:nvSpPr>
        <dsp:cNvPr id="0" name=""/>
        <dsp:cNvSpPr/>
      </dsp:nvSpPr>
      <dsp:spPr>
        <a:xfrm>
          <a:off x="3186000" y="2997482"/>
          <a:ext cx="1243079" cy="7893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wrapped asset</a:t>
          </a:r>
        </a:p>
      </dsp:txBody>
      <dsp:txXfrm>
        <a:off x="3209119" y="3020601"/>
        <a:ext cx="1196841" cy="743117"/>
      </dsp:txXfrm>
    </dsp:sp>
    <dsp:sp modelId="{5242F3E9-3D7E-E94E-9781-4303F1F38851}">
      <dsp:nvSpPr>
        <dsp:cNvPr id="0" name=""/>
        <dsp:cNvSpPr/>
      </dsp:nvSpPr>
      <dsp:spPr>
        <a:xfrm>
          <a:off x="6846179" y="1715384"/>
          <a:ext cx="1243079" cy="789355"/>
        </a:xfrm>
        <a:prstGeom prst="roundRect">
          <a:avLst>
            <a:gd name="adj" fmla="val 10000"/>
          </a:avLst>
        </a:prstGeom>
        <a:noFill/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9C314C-2AC3-3F48-8525-3DB2FB135075}">
      <dsp:nvSpPr>
        <dsp:cNvPr id="0" name=""/>
        <dsp:cNvSpPr/>
      </dsp:nvSpPr>
      <dsp:spPr>
        <a:xfrm>
          <a:off x="6984299" y="1846598"/>
          <a:ext cx="1243079" cy="7893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folder</a:t>
          </a:r>
        </a:p>
      </dsp:txBody>
      <dsp:txXfrm>
        <a:off x="7007418" y="1869717"/>
        <a:ext cx="1196841" cy="743117"/>
      </dsp:txXfrm>
    </dsp:sp>
    <dsp:sp modelId="{63901E90-29B6-6C4A-8E75-5864FE745EAE}">
      <dsp:nvSpPr>
        <dsp:cNvPr id="0" name=""/>
        <dsp:cNvSpPr/>
      </dsp:nvSpPr>
      <dsp:spPr>
        <a:xfrm>
          <a:off x="4567200" y="2866268"/>
          <a:ext cx="1243079" cy="789355"/>
        </a:xfrm>
        <a:prstGeom prst="roundRect">
          <a:avLst>
            <a:gd name="adj" fmla="val 10000"/>
          </a:avLst>
        </a:prstGeom>
        <a:noFill/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970092-FFEC-6343-8E1D-9A89410130AC}">
      <dsp:nvSpPr>
        <dsp:cNvPr id="0" name=""/>
        <dsp:cNvSpPr/>
      </dsp:nvSpPr>
      <dsp:spPr>
        <a:xfrm>
          <a:off x="4705320" y="2997482"/>
          <a:ext cx="1243079" cy="7893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site root</a:t>
          </a:r>
        </a:p>
      </dsp:txBody>
      <dsp:txXfrm>
        <a:off x="4728439" y="3020601"/>
        <a:ext cx="1196841" cy="743117"/>
      </dsp:txXfrm>
    </dsp:sp>
    <dsp:sp modelId="{00D133C5-0D43-8F42-B256-FDD7CEE9C7CC}">
      <dsp:nvSpPr>
        <dsp:cNvPr id="0" name=""/>
        <dsp:cNvSpPr/>
      </dsp:nvSpPr>
      <dsp:spPr>
        <a:xfrm>
          <a:off x="6086519" y="2866268"/>
          <a:ext cx="1243079" cy="789355"/>
        </a:xfrm>
        <a:prstGeom prst="roundRect">
          <a:avLst>
            <a:gd name="adj" fmla="val 10000"/>
          </a:avLst>
        </a:prstGeom>
        <a:noFill/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8BFC1C-FF1E-8D4E-9CD1-A1AECD5D4A3C}">
      <dsp:nvSpPr>
        <dsp:cNvPr id="0" name=""/>
        <dsp:cNvSpPr/>
      </dsp:nvSpPr>
      <dsp:spPr>
        <a:xfrm>
          <a:off x="6224639" y="2997482"/>
          <a:ext cx="1243079" cy="7893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project root</a:t>
          </a:r>
        </a:p>
      </dsp:txBody>
      <dsp:txXfrm>
        <a:off x="6247758" y="3020601"/>
        <a:ext cx="1196841" cy="743117"/>
      </dsp:txXfrm>
    </dsp:sp>
    <dsp:sp modelId="{ACBC97D9-87EF-6942-AA36-7BD4140AD5FD}">
      <dsp:nvSpPr>
        <dsp:cNvPr id="0" name=""/>
        <dsp:cNvSpPr/>
      </dsp:nvSpPr>
      <dsp:spPr>
        <a:xfrm>
          <a:off x="7605839" y="2866268"/>
          <a:ext cx="1243079" cy="789355"/>
        </a:xfrm>
        <a:prstGeom prst="roundRect">
          <a:avLst>
            <a:gd name="adj" fmla="val 10000"/>
          </a:avLst>
        </a:prstGeom>
        <a:noFill/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E582C1-CE7E-2545-8DAC-DD66867527A9}">
      <dsp:nvSpPr>
        <dsp:cNvPr id="0" name=""/>
        <dsp:cNvSpPr/>
      </dsp:nvSpPr>
      <dsp:spPr>
        <a:xfrm>
          <a:off x="7743958" y="2997482"/>
          <a:ext cx="1243079" cy="7893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template</a:t>
          </a:r>
        </a:p>
      </dsp:txBody>
      <dsp:txXfrm>
        <a:off x="7767077" y="3020601"/>
        <a:ext cx="1196841" cy="743117"/>
      </dsp:txXfrm>
    </dsp:sp>
    <dsp:sp modelId="{821B81F5-A2B6-0D4D-A81F-984B972A07EB}">
      <dsp:nvSpPr>
        <dsp:cNvPr id="0" name=""/>
        <dsp:cNvSpPr/>
      </dsp:nvSpPr>
      <dsp:spPr>
        <a:xfrm>
          <a:off x="9125158" y="2866268"/>
          <a:ext cx="1243079" cy="789355"/>
        </a:xfrm>
        <a:prstGeom prst="roundRect">
          <a:avLst>
            <a:gd name="adj" fmla="val 10000"/>
          </a:avLst>
        </a:prstGeom>
        <a:noFill/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2AB93F-42A3-5443-948A-68D1F7243C7B}">
      <dsp:nvSpPr>
        <dsp:cNvPr id="0" name=""/>
        <dsp:cNvSpPr/>
      </dsp:nvSpPr>
      <dsp:spPr>
        <a:xfrm>
          <a:off x="9263278" y="2997482"/>
          <a:ext cx="1243079" cy="7893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model</a:t>
          </a:r>
        </a:p>
      </dsp:txBody>
      <dsp:txXfrm>
        <a:off x="9286397" y="3020601"/>
        <a:ext cx="1196841" cy="7431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445023-53BD-714C-AEDC-670192E158CD}" type="datetimeFigureOut">
              <a:rPr lang="en-US" smtClean="0"/>
              <a:t>3/4/19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7FC7E6-C831-A142-B9B6-1057181B3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971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FC7E6-C831-A142-B9B6-1057181B308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4776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AAA0C-BC84-0A4B-9A9C-FBC2FE4A53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4BAB57-197B-6B47-AB46-E516AF3F03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3199B4-B4F9-2846-BF70-54305BE6B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BE037-97B5-A048-BB23-913FC0BA50E9}" type="datetimeFigureOut">
              <a:rPr lang="en-US" smtClean="0"/>
              <a:t>3/4/19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C1B85D-32D0-7246-BF95-40B8E9F38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F68EC-3C1C-F042-899E-FB10064E9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8F98E-4732-ED4A-A96F-4A9BF9E2A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587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1D708-414F-704F-9E4E-2EA09727D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B2DBB-FF45-2646-80CD-2AFDB5C61F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89230E-E96A-D84B-B005-BBA0BFF2E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BE037-97B5-A048-BB23-913FC0BA50E9}" type="datetimeFigureOut">
              <a:rPr lang="en-US" smtClean="0"/>
              <a:t>3/4/19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BB217B-4AEC-7443-9868-9E38715C0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245527-8266-0B4F-B3E9-714E46C07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8F98E-4732-ED4A-A96F-4A9BF9E2A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134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38DB8-B879-2B42-AC5B-A2ED521FD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5DAC30-4436-354F-98BD-60775030FE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C84323-0F23-2049-A74A-FE54DD0E7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BE037-97B5-A048-BB23-913FC0BA50E9}" type="datetimeFigureOut">
              <a:rPr lang="en-US" smtClean="0"/>
              <a:t>3/4/19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C4D4C1-AC48-7647-BEE5-B7344B2A9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833893-EA18-D94B-A353-636937763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8F98E-4732-ED4A-A96F-4A9BF9E2A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3053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6F151-9593-2540-9B71-68FE5758B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4F6D18-D432-3143-A985-FEC1C05DC1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C81B87-D42E-D74B-A1E6-E860D08B20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6628AB-713D-1243-86B5-5110E4CC2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BE037-97B5-A048-BB23-913FC0BA50E9}" type="datetimeFigureOut">
              <a:rPr lang="en-US" smtClean="0"/>
              <a:t>3/4/19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A05E-BA56-E54C-83EC-9A4BFEE83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55B66B-BC59-7C4B-BAFA-C76E85251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8F98E-4732-ED4A-A96F-4A9BF9E2A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6729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9D4D6-E483-3947-9E65-9118FF2B2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69C64B-67B2-9D47-809C-698237292C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14AAF7-8AF1-C548-803C-B8B22CA367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1D4DEE-837E-2040-8677-F8D8B8A2AC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D75ABE-5E85-B04A-9F48-7964F908D3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2AC8D1-8C72-A84F-ABB7-392C9E1BF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BE037-97B5-A048-BB23-913FC0BA50E9}" type="datetimeFigureOut">
              <a:rPr lang="en-US" smtClean="0"/>
              <a:t>3/4/19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EE5700-E06A-7E48-85A9-F65045B01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7C3255-05DF-684D-AAE5-F4833D59E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8F98E-4732-ED4A-A96F-4A9BF9E2A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064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A9B3D-ABA5-4546-887B-B0451788D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38436E-BFC7-A84A-A587-63C95F333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BE037-97B5-A048-BB23-913FC0BA50E9}" type="datetimeFigureOut">
              <a:rPr lang="en-US" smtClean="0"/>
              <a:t>3/4/19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E05F3C-65F2-384B-A8AC-F7C669F56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B268EB-736D-1B41-8E3B-6EC157ADD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8F98E-4732-ED4A-A96F-4A9BF9E2A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2296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833DDA-99FC-9F46-AFBD-6D2B86087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BE037-97B5-A048-BB23-913FC0BA50E9}" type="datetimeFigureOut">
              <a:rPr lang="en-US" smtClean="0"/>
              <a:t>3/4/19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43AA49-8239-7648-9795-E22349A62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3D1FD7-1EB0-3845-8161-344382528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8F98E-4732-ED4A-A96F-4A9BF9E2A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6803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C3541-A200-5D4A-BE87-8FD238048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2BFF38-E901-CB40-B746-8D4593AA65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8BF330-BD28-4544-B12D-3F5E8CD71B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B89D09-32C7-F94F-9511-6DDA02967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BE037-97B5-A048-BB23-913FC0BA50E9}" type="datetimeFigureOut">
              <a:rPr lang="en-US" smtClean="0"/>
              <a:t>3/4/19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1CF961-0C77-4E4C-B2B4-FAECF4AC5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76EB39-B73A-8149-90DE-51DB9B185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8F98E-4732-ED4A-A96F-4A9BF9E2A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925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9E7F9-9C2C-F741-A47E-D47844A31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24D578-0ACE-A743-B46D-BFFD99A9E2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D9D0A3-3442-0E48-AA8F-1CF3BB4F3E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7D5957-A768-684E-A2C0-4F12BC9B5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BE037-97B5-A048-BB23-913FC0BA50E9}" type="datetimeFigureOut">
              <a:rPr lang="en-US" smtClean="0"/>
              <a:t>3/4/19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AD784D-873D-9B46-9182-D60243709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4CBE95-2750-F442-9C0F-4656B69DA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8F98E-4732-ED4A-A96F-4A9BF9E2A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866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6BAB7-0B23-AE4D-AEE1-16149E7FF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1B83CE-8639-C64F-BE78-F7AF9545D2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DF56A3-3CF3-364C-A90B-CE7F5E884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BE037-97B5-A048-BB23-913FC0BA50E9}" type="datetimeFigureOut">
              <a:rPr lang="en-US" smtClean="0"/>
              <a:t>3/4/19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467086-5918-2E4D-B42B-D52B41C6B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FCE78B-2134-7A49-8925-637EC39BC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8F98E-4732-ED4A-A96F-4A9BF9E2A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76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187A48-7FEF-0543-834E-39F2C4C516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CA3E96-5605-4947-AFA7-845165D04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FA2170-13F7-E44A-9218-6842DD7E0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BE037-97B5-A048-BB23-913FC0BA50E9}" type="datetimeFigureOut">
              <a:rPr lang="en-US" smtClean="0"/>
              <a:t>3/4/19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1F1122-2C0B-CD43-A3E3-DC420E0F6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971C01-EEF8-3B48-829B-94854EFC0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8F98E-4732-ED4A-A96F-4A9BF9E2A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934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EF5EE910-4502-EE49-8B21-A04D0ADCD336}"/>
              </a:ext>
            </a:extLst>
          </p:cNvPr>
          <p:cNvSpPr/>
          <p:nvPr userDrawn="1"/>
        </p:nvSpPr>
        <p:spPr>
          <a:xfrm>
            <a:off x="6660145" y="1334758"/>
            <a:ext cx="5531855" cy="5531856"/>
          </a:xfrm>
          <a:custGeom>
            <a:avLst/>
            <a:gdLst>
              <a:gd name="connsiteX0" fmla="*/ 5531855 w 5531855"/>
              <a:gd name="connsiteY0" fmla="*/ 0 h 5531856"/>
              <a:gd name="connsiteX1" fmla="*/ 5531855 w 5531855"/>
              <a:gd name="connsiteY1" fmla="*/ 64656 h 5531856"/>
              <a:gd name="connsiteX2" fmla="*/ 64656 w 5531855"/>
              <a:gd name="connsiteY2" fmla="*/ 5531856 h 5531856"/>
              <a:gd name="connsiteX3" fmla="*/ 0 w 5531855"/>
              <a:gd name="connsiteY3" fmla="*/ 5531856 h 5531856"/>
              <a:gd name="connsiteX4" fmla="*/ 5531855 w 5531855"/>
              <a:gd name="connsiteY4" fmla="*/ 0 h 55318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31855" h="5531856">
                <a:moveTo>
                  <a:pt x="5531855" y="0"/>
                </a:moveTo>
                <a:lnTo>
                  <a:pt x="5531855" y="64656"/>
                </a:lnTo>
                <a:lnTo>
                  <a:pt x="64656" y="5531856"/>
                </a:lnTo>
                <a:lnTo>
                  <a:pt x="0" y="5531856"/>
                </a:lnTo>
                <a:lnTo>
                  <a:pt x="5531855" y="0"/>
                </a:lnTo>
                <a:close/>
              </a:path>
            </a:pathLst>
          </a:custGeom>
          <a:solidFill>
            <a:srgbClr val="BC21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9741FE-127B-0F45-B720-52A023317D7A}"/>
              </a:ext>
            </a:extLst>
          </p:cNvPr>
          <p:cNvSpPr/>
          <p:nvPr userDrawn="1"/>
        </p:nvSpPr>
        <p:spPr>
          <a:xfrm rot="2700000" flipH="1">
            <a:off x="8919524" y="1657679"/>
            <a:ext cx="3827960" cy="7680401"/>
          </a:xfrm>
          <a:custGeom>
            <a:avLst/>
            <a:gdLst>
              <a:gd name="connsiteX0" fmla="*/ 0 w 3878026"/>
              <a:gd name="connsiteY0" fmla="*/ 0 h 10116797"/>
              <a:gd name="connsiteX1" fmla="*/ 3878026 w 3878026"/>
              <a:gd name="connsiteY1" fmla="*/ 0 h 10116797"/>
              <a:gd name="connsiteX2" fmla="*/ 3878026 w 3878026"/>
              <a:gd name="connsiteY2" fmla="*/ 10116797 h 10116797"/>
              <a:gd name="connsiteX3" fmla="*/ 0 w 3878026"/>
              <a:gd name="connsiteY3" fmla="*/ 10116797 h 10116797"/>
              <a:gd name="connsiteX4" fmla="*/ 0 w 3878026"/>
              <a:gd name="connsiteY4" fmla="*/ 0 h 10116797"/>
              <a:gd name="connsiteX0" fmla="*/ 0 w 3878026"/>
              <a:gd name="connsiteY0" fmla="*/ 0 h 10116797"/>
              <a:gd name="connsiteX1" fmla="*/ 3878026 w 3878026"/>
              <a:gd name="connsiteY1" fmla="*/ 0 h 10116797"/>
              <a:gd name="connsiteX2" fmla="*/ 3878026 w 3878026"/>
              <a:gd name="connsiteY2" fmla="*/ 10116797 h 10116797"/>
              <a:gd name="connsiteX3" fmla="*/ 395480 w 3878026"/>
              <a:gd name="connsiteY3" fmla="*/ 5101105 h 10116797"/>
              <a:gd name="connsiteX4" fmla="*/ 0 w 3878026"/>
              <a:gd name="connsiteY4" fmla="*/ 0 h 10116797"/>
              <a:gd name="connsiteX0" fmla="*/ 0 w 3878026"/>
              <a:gd name="connsiteY0" fmla="*/ 0 h 10116797"/>
              <a:gd name="connsiteX1" fmla="*/ 3878026 w 3878026"/>
              <a:gd name="connsiteY1" fmla="*/ 0 h 10116797"/>
              <a:gd name="connsiteX2" fmla="*/ 3878026 w 3878026"/>
              <a:gd name="connsiteY2" fmla="*/ 10116797 h 10116797"/>
              <a:gd name="connsiteX3" fmla="*/ 1173885 w 3878026"/>
              <a:gd name="connsiteY3" fmla="*/ 5502864 h 10116797"/>
              <a:gd name="connsiteX4" fmla="*/ 0 w 3878026"/>
              <a:gd name="connsiteY4" fmla="*/ 0 h 10116797"/>
              <a:gd name="connsiteX0" fmla="*/ 0 w 3878026"/>
              <a:gd name="connsiteY0" fmla="*/ 0 h 10116797"/>
              <a:gd name="connsiteX1" fmla="*/ 3878026 w 3878026"/>
              <a:gd name="connsiteY1" fmla="*/ 0 h 10116797"/>
              <a:gd name="connsiteX2" fmla="*/ 3878026 w 3878026"/>
              <a:gd name="connsiteY2" fmla="*/ 10116797 h 10116797"/>
              <a:gd name="connsiteX3" fmla="*/ 81607 w 3878026"/>
              <a:gd name="connsiteY3" fmla="*/ 5101107 h 10116797"/>
              <a:gd name="connsiteX4" fmla="*/ 0 w 3878026"/>
              <a:gd name="connsiteY4" fmla="*/ 0 h 10116797"/>
              <a:gd name="connsiteX0" fmla="*/ 0 w 3878026"/>
              <a:gd name="connsiteY0" fmla="*/ 0 h 8836195"/>
              <a:gd name="connsiteX1" fmla="*/ 3878026 w 3878026"/>
              <a:gd name="connsiteY1" fmla="*/ 0 h 8836195"/>
              <a:gd name="connsiteX2" fmla="*/ 3827806 w 3878026"/>
              <a:gd name="connsiteY2" fmla="*/ 8836195 h 8836195"/>
              <a:gd name="connsiteX3" fmla="*/ 81607 w 3878026"/>
              <a:gd name="connsiteY3" fmla="*/ 5101107 h 8836195"/>
              <a:gd name="connsiteX4" fmla="*/ 0 w 3878026"/>
              <a:gd name="connsiteY4" fmla="*/ 0 h 8836195"/>
              <a:gd name="connsiteX0" fmla="*/ 0 w 3852917"/>
              <a:gd name="connsiteY0" fmla="*/ 0 h 8836195"/>
              <a:gd name="connsiteX1" fmla="*/ 3852917 w 3852917"/>
              <a:gd name="connsiteY1" fmla="*/ 1268047 h 8836195"/>
              <a:gd name="connsiteX2" fmla="*/ 3827806 w 3852917"/>
              <a:gd name="connsiteY2" fmla="*/ 8836195 h 8836195"/>
              <a:gd name="connsiteX3" fmla="*/ 81607 w 3852917"/>
              <a:gd name="connsiteY3" fmla="*/ 5101107 h 8836195"/>
              <a:gd name="connsiteX4" fmla="*/ 0 w 3852917"/>
              <a:gd name="connsiteY4" fmla="*/ 0 h 8836195"/>
              <a:gd name="connsiteX0" fmla="*/ 2341494 w 3771310"/>
              <a:gd name="connsiteY0" fmla="*/ 1481480 h 7568148"/>
              <a:gd name="connsiteX1" fmla="*/ 3771310 w 3771310"/>
              <a:gd name="connsiteY1" fmla="*/ 0 h 7568148"/>
              <a:gd name="connsiteX2" fmla="*/ 3746199 w 3771310"/>
              <a:gd name="connsiteY2" fmla="*/ 7568148 h 7568148"/>
              <a:gd name="connsiteX3" fmla="*/ 0 w 3771310"/>
              <a:gd name="connsiteY3" fmla="*/ 3833060 h 7568148"/>
              <a:gd name="connsiteX4" fmla="*/ 2341494 w 3771310"/>
              <a:gd name="connsiteY4" fmla="*/ 1481480 h 7568148"/>
              <a:gd name="connsiteX0" fmla="*/ 0 w 3771310"/>
              <a:gd name="connsiteY0" fmla="*/ 3833060 h 7568148"/>
              <a:gd name="connsiteX1" fmla="*/ 3771310 w 3771310"/>
              <a:gd name="connsiteY1" fmla="*/ 0 h 7568148"/>
              <a:gd name="connsiteX2" fmla="*/ 3746199 w 3771310"/>
              <a:gd name="connsiteY2" fmla="*/ 7568148 h 7568148"/>
              <a:gd name="connsiteX3" fmla="*/ 0 w 3771310"/>
              <a:gd name="connsiteY3" fmla="*/ 3833060 h 7568148"/>
              <a:gd name="connsiteX0" fmla="*/ 0 w 3796420"/>
              <a:gd name="connsiteY0" fmla="*/ 3807950 h 7568148"/>
              <a:gd name="connsiteX1" fmla="*/ 3796420 w 3796420"/>
              <a:gd name="connsiteY1" fmla="*/ 0 h 7568148"/>
              <a:gd name="connsiteX2" fmla="*/ 3771309 w 3796420"/>
              <a:gd name="connsiteY2" fmla="*/ 7568148 h 7568148"/>
              <a:gd name="connsiteX3" fmla="*/ 0 w 3796420"/>
              <a:gd name="connsiteY3" fmla="*/ 3807950 h 7568148"/>
              <a:gd name="connsiteX0" fmla="*/ 0 w 3827851"/>
              <a:gd name="connsiteY0" fmla="*/ 3848361 h 7608559"/>
              <a:gd name="connsiteX1" fmla="*/ 3827851 w 3827851"/>
              <a:gd name="connsiteY1" fmla="*/ 0 h 7608559"/>
              <a:gd name="connsiteX2" fmla="*/ 3771309 w 3827851"/>
              <a:gd name="connsiteY2" fmla="*/ 7608559 h 7608559"/>
              <a:gd name="connsiteX3" fmla="*/ 0 w 3827851"/>
              <a:gd name="connsiteY3" fmla="*/ 3848361 h 7608559"/>
              <a:gd name="connsiteX0" fmla="*/ 0 w 3827960"/>
              <a:gd name="connsiteY0" fmla="*/ 3848361 h 7680401"/>
              <a:gd name="connsiteX1" fmla="*/ 3827851 w 3827960"/>
              <a:gd name="connsiteY1" fmla="*/ 0 h 7680401"/>
              <a:gd name="connsiteX2" fmla="*/ 3825191 w 3827960"/>
              <a:gd name="connsiteY2" fmla="*/ 7680401 h 7680401"/>
              <a:gd name="connsiteX3" fmla="*/ 0 w 3827960"/>
              <a:gd name="connsiteY3" fmla="*/ 3848361 h 7680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27960" h="7680401">
                <a:moveTo>
                  <a:pt x="0" y="3848361"/>
                </a:moveTo>
                <a:lnTo>
                  <a:pt x="3827851" y="0"/>
                </a:lnTo>
                <a:cubicBezTo>
                  <a:pt x="3819481" y="2522716"/>
                  <a:pt x="3833561" y="5157685"/>
                  <a:pt x="3825191" y="7680401"/>
                </a:cubicBezTo>
                <a:lnTo>
                  <a:pt x="0" y="3848361"/>
                </a:lnTo>
                <a:close/>
              </a:path>
            </a:pathLst>
          </a:custGeom>
          <a:solidFill>
            <a:srgbClr val="BC21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F06B94-B7C3-E948-937B-00BAE2B66470}"/>
              </a:ext>
            </a:extLst>
          </p:cNvPr>
          <p:cNvSpPr/>
          <p:nvPr userDrawn="1"/>
        </p:nvSpPr>
        <p:spPr>
          <a:xfrm rot="2700000">
            <a:off x="8348540" y="-1576299"/>
            <a:ext cx="336524" cy="10037299"/>
          </a:xfrm>
          <a:custGeom>
            <a:avLst/>
            <a:gdLst>
              <a:gd name="connsiteX0" fmla="*/ 0 w 267629"/>
              <a:gd name="connsiteY0" fmla="*/ 0 h 10116797"/>
              <a:gd name="connsiteX1" fmla="*/ 267629 w 267629"/>
              <a:gd name="connsiteY1" fmla="*/ 0 h 10116797"/>
              <a:gd name="connsiteX2" fmla="*/ 267629 w 267629"/>
              <a:gd name="connsiteY2" fmla="*/ 10116797 h 10116797"/>
              <a:gd name="connsiteX3" fmla="*/ 0 w 267629"/>
              <a:gd name="connsiteY3" fmla="*/ 10116797 h 10116797"/>
              <a:gd name="connsiteX4" fmla="*/ 0 w 267629"/>
              <a:gd name="connsiteY4" fmla="*/ 0 h 10116797"/>
              <a:gd name="connsiteX0" fmla="*/ 0 w 299428"/>
              <a:gd name="connsiteY0" fmla="*/ 0 h 10116797"/>
              <a:gd name="connsiteX1" fmla="*/ 299428 w 299428"/>
              <a:gd name="connsiteY1" fmla="*/ 74198 h 10116797"/>
              <a:gd name="connsiteX2" fmla="*/ 267629 w 299428"/>
              <a:gd name="connsiteY2" fmla="*/ 10116797 h 10116797"/>
              <a:gd name="connsiteX3" fmla="*/ 0 w 299428"/>
              <a:gd name="connsiteY3" fmla="*/ 10116797 h 10116797"/>
              <a:gd name="connsiteX4" fmla="*/ 0 w 299428"/>
              <a:gd name="connsiteY4" fmla="*/ 0 h 10116797"/>
              <a:gd name="connsiteX0" fmla="*/ 74197 w 299428"/>
              <a:gd name="connsiteY0" fmla="*/ 222592 h 10042599"/>
              <a:gd name="connsiteX1" fmla="*/ 299428 w 299428"/>
              <a:gd name="connsiteY1" fmla="*/ 0 h 10042599"/>
              <a:gd name="connsiteX2" fmla="*/ 267629 w 299428"/>
              <a:gd name="connsiteY2" fmla="*/ 10042599 h 10042599"/>
              <a:gd name="connsiteX3" fmla="*/ 0 w 299428"/>
              <a:gd name="connsiteY3" fmla="*/ 10042599 h 10042599"/>
              <a:gd name="connsiteX4" fmla="*/ 74197 w 299428"/>
              <a:gd name="connsiteY4" fmla="*/ 222592 h 10042599"/>
              <a:gd name="connsiteX0" fmla="*/ 58298 w 299428"/>
              <a:gd name="connsiteY0" fmla="*/ 249091 h 10042599"/>
              <a:gd name="connsiteX1" fmla="*/ 299428 w 299428"/>
              <a:gd name="connsiteY1" fmla="*/ 0 h 10042599"/>
              <a:gd name="connsiteX2" fmla="*/ 267629 w 299428"/>
              <a:gd name="connsiteY2" fmla="*/ 10042599 h 10042599"/>
              <a:gd name="connsiteX3" fmla="*/ 0 w 299428"/>
              <a:gd name="connsiteY3" fmla="*/ 10042599 h 10042599"/>
              <a:gd name="connsiteX4" fmla="*/ 58298 w 299428"/>
              <a:gd name="connsiteY4" fmla="*/ 249091 h 10042599"/>
              <a:gd name="connsiteX0" fmla="*/ 58298 w 288827"/>
              <a:gd name="connsiteY0" fmla="*/ 206693 h 10000201"/>
              <a:gd name="connsiteX1" fmla="*/ 288827 w 288827"/>
              <a:gd name="connsiteY1" fmla="*/ 0 h 10000201"/>
              <a:gd name="connsiteX2" fmla="*/ 267629 w 288827"/>
              <a:gd name="connsiteY2" fmla="*/ 10000201 h 10000201"/>
              <a:gd name="connsiteX3" fmla="*/ 0 w 288827"/>
              <a:gd name="connsiteY3" fmla="*/ 10000201 h 10000201"/>
              <a:gd name="connsiteX4" fmla="*/ 58298 w 288827"/>
              <a:gd name="connsiteY4" fmla="*/ 206693 h 10000201"/>
              <a:gd name="connsiteX0" fmla="*/ 58298 w 336524"/>
              <a:gd name="connsiteY0" fmla="*/ 243791 h 10037299"/>
              <a:gd name="connsiteX1" fmla="*/ 336524 w 336524"/>
              <a:gd name="connsiteY1" fmla="*/ 0 h 10037299"/>
              <a:gd name="connsiteX2" fmla="*/ 267629 w 336524"/>
              <a:gd name="connsiteY2" fmla="*/ 10037299 h 10037299"/>
              <a:gd name="connsiteX3" fmla="*/ 0 w 336524"/>
              <a:gd name="connsiteY3" fmla="*/ 10037299 h 10037299"/>
              <a:gd name="connsiteX4" fmla="*/ 58298 w 336524"/>
              <a:gd name="connsiteY4" fmla="*/ 243791 h 10037299"/>
              <a:gd name="connsiteX0" fmla="*/ 58298 w 336524"/>
              <a:gd name="connsiteY0" fmla="*/ 243791 h 10037299"/>
              <a:gd name="connsiteX1" fmla="*/ 336524 w 336524"/>
              <a:gd name="connsiteY1" fmla="*/ 0 h 10037299"/>
              <a:gd name="connsiteX2" fmla="*/ 278228 w 336524"/>
              <a:gd name="connsiteY2" fmla="*/ 9772307 h 10037299"/>
              <a:gd name="connsiteX3" fmla="*/ 0 w 336524"/>
              <a:gd name="connsiteY3" fmla="*/ 10037299 h 10037299"/>
              <a:gd name="connsiteX4" fmla="*/ 58298 w 336524"/>
              <a:gd name="connsiteY4" fmla="*/ 243791 h 10037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6524" h="10037299">
                <a:moveTo>
                  <a:pt x="58298" y="243791"/>
                </a:moveTo>
                <a:lnTo>
                  <a:pt x="336524" y="0"/>
                </a:lnTo>
                <a:lnTo>
                  <a:pt x="278228" y="9772307"/>
                </a:lnTo>
                <a:lnTo>
                  <a:pt x="0" y="10037299"/>
                </a:lnTo>
                <a:lnTo>
                  <a:pt x="58298" y="243791"/>
                </a:lnTo>
                <a:close/>
              </a:path>
            </a:pathLst>
          </a:custGeom>
          <a:solidFill>
            <a:srgbClr val="BC21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24495AE-41DF-6442-B13B-88FB68D53052}"/>
              </a:ext>
            </a:extLst>
          </p:cNvPr>
          <p:cNvSpPr/>
          <p:nvPr userDrawn="1"/>
        </p:nvSpPr>
        <p:spPr>
          <a:xfrm rot="2700000">
            <a:off x="8627958" y="-977847"/>
            <a:ext cx="833591" cy="9542061"/>
          </a:xfrm>
          <a:custGeom>
            <a:avLst/>
            <a:gdLst>
              <a:gd name="connsiteX0" fmla="*/ 0 w 817841"/>
              <a:gd name="connsiteY0" fmla="*/ 0 h 10116797"/>
              <a:gd name="connsiteX1" fmla="*/ 817841 w 817841"/>
              <a:gd name="connsiteY1" fmla="*/ 0 h 10116797"/>
              <a:gd name="connsiteX2" fmla="*/ 817841 w 817841"/>
              <a:gd name="connsiteY2" fmla="*/ 10116797 h 10116797"/>
              <a:gd name="connsiteX3" fmla="*/ 0 w 817841"/>
              <a:gd name="connsiteY3" fmla="*/ 10116797 h 10116797"/>
              <a:gd name="connsiteX4" fmla="*/ 0 w 817841"/>
              <a:gd name="connsiteY4" fmla="*/ 0 h 10116797"/>
              <a:gd name="connsiteX0" fmla="*/ 114948 w 817841"/>
              <a:gd name="connsiteY0" fmla="*/ 445421 h 10116797"/>
              <a:gd name="connsiteX1" fmla="*/ 817841 w 817841"/>
              <a:gd name="connsiteY1" fmla="*/ 0 h 10116797"/>
              <a:gd name="connsiteX2" fmla="*/ 817841 w 817841"/>
              <a:gd name="connsiteY2" fmla="*/ 10116797 h 10116797"/>
              <a:gd name="connsiteX3" fmla="*/ 0 w 817841"/>
              <a:gd name="connsiteY3" fmla="*/ 10116797 h 10116797"/>
              <a:gd name="connsiteX4" fmla="*/ 114948 w 817841"/>
              <a:gd name="connsiteY4" fmla="*/ 445421 h 10116797"/>
              <a:gd name="connsiteX0" fmla="*/ 114948 w 832209"/>
              <a:gd name="connsiteY0" fmla="*/ 0 h 9671376"/>
              <a:gd name="connsiteX1" fmla="*/ 832209 w 832209"/>
              <a:gd name="connsiteY1" fmla="*/ 718420 h 9671376"/>
              <a:gd name="connsiteX2" fmla="*/ 817841 w 832209"/>
              <a:gd name="connsiteY2" fmla="*/ 9671376 h 9671376"/>
              <a:gd name="connsiteX3" fmla="*/ 0 w 832209"/>
              <a:gd name="connsiteY3" fmla="*/ 9671376 h 9671376"/>
              <a:gd name="connsiteX4" fmla="*/ 114948 w 832209"/>
              <a:gd name="connsiteY4" fmla="*/ 0 h 9671376"/>
              <a:gd name="connsiteX0" fmla="*/ 114948 w 832209"/>
              <a:gd name="connsiteY0" fmla="*/ 0 h 9671376"/>
              <a:gd name="connsiteX1" fmla="*/ 832209 w 832209"/>
              <a:gd name="connsiteY1" fmla="*/ 718420 h 9671376"/>
              <a:gd name="connsiteX2" fmla="*/ 817841 w 832209"/>
              <a:gd name="connsiteY2" fmla="*/ 9671376 h 9671376"/>
              <a:gd name="connsiteX3" fmla="*/ 0 w 832209"/>
              <a:gd name="connsiteY3" fmla="*/ 9542061 h 9671376"/>
              <a:gd name="connsiteX4" fmla="*/ 114948 w 832209"/>
              <a:gd name="connsiteY4" fmla="*/ 0 h 9671376"/>
              <a:gd name="connsiteX0" fmla="*/ 114948 w 832209"/>
              <a:gd name="connsiteY0" fmla="*/ 0 h 9542061"/>
              <a:gd name="connsiteX1" fmla="*/ 832209 w 832209"/>
              <a:gd name="connsiteY1" fmla="*/ 718420 h 9542061"/>
              <a:gd name="connsiteX2" fmla="*/ 760367 w 832209"/>
              <a:gd name="connsiteY2" fmla="*/ 8780535 h 9542061"/>
              <a:gd name="connsiteX3" fmla="*/ 0 w 832209"/>
              <a:gd name="connsiteY3" fmla="*/ 9542061 h 9542061"/>
              <a:gd name="connsiteX4" fmla="*/ 114948 w 832209"/>
              <a:gd name="connsiteY4" fmla="*/ 0 h 9542061"/>
              <a:gd name="connsiteX0" fmla="*/ 114948 w 854263"/>
              <a:gd name="connsiteY0" fmla="*/ 0 h 9542061"/>
              <a:gd name="connsiteX1" fmla="*/ 832209 w 854263"/>
              <a:gd name="connsiteY1" fmla="*/ 718420 h 9542061"/>
              <a:gd name="connsiteX2" fmla="*/ 853761 w 854263"/>
              <a:gd name="connsiteY2" fmla="*/ 8687141 h 9542061"/>
              <a:gd name="connsiteX3" fmla="*/ 0 w 854263"/>
              <a:gd name="connsiteY3" fmla="*/ 9542061 h 9542061"/>
              <a:gd name="connsiteX4" fmla="*/ 114948 w 854263"/>
              <a:gd name="connsiteY4" fmla="*/ 0 h 9542061"/>
              <a:gd name="connsiteX0" fmla="*/ 114948 w 833591"/>
              <a:gd name="connsiteY0" fmla="*/ 0 h 9542061"/>
              <a:gd name="connsiteX1" fmla="*/ 832209 w 833591"/>
              <a:gd name="connsiteY1" fmla="*/ 718420 h 9542061"/>
              <a:gd name="connsiteX2" fmla="*/ 832209 w 833591"/>
              <a:gd name="connsiteY2" fmla="*/ 8708694 h 9542061"/>
              <a:gd name="connsiteX3" fmla="*/ 0 w 833591"/>
              <a:gd name="connsiteY3" fmla="*/ 9542061 h 9542061"/>
              <a:gd name="connsiteX4" fmla="*/ 114948 w 833591"/>
              <a:gd name="connsiteY4" fmla="*/ 0 h 9542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3591" h="9542061">
                <a:moveTo>
                  <a:pt x="114948" y="0"/>
                </a:moveTo>
                <a:lnTo>
                  <a:pt x="832209" y="718420"/>
                </a:lnTo>
                <a:cubicBezTo>
                  <a:pt x="827420" y="3702739"/>
                  <a:pt x="836998" y="5724375"/>
                  <a:pt x="832209" y="8708694"/>
                </a:cubicBezTo>
                <a:lnTo>
                  <a:pt x="0" y="9542061"/>
                </a:lnTo>
                <a:lnTo>
                  <a:pt x="114948" y="0"/>
                </a:lnTo>
                <a:close/>
              </a:path>
            </a:pathLst>
          </a:custGeom>
          <a:solidFill>
            <a:srgbClr val="BC21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C17B64F-CA9B-184D-A1D2-F96091E4F1AB}"/>
              </a:ext>
            </a:extLst>
          </p:cNvPr>
          <p:cNvSpPr/>
          <p:nvPr userDrawn="1"/>
        </p:nvSpPr>
        <p:spPr>
          <a:xfrm>
            <a:off x="298704" y="309100"/>
            <a:ext cx="11652504" cy="6320300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28BA5A-AE67-EA49-B562-4AF03F7B4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408575-253B-0946-A4A1-5F98C41A83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BD853E-7ED2-AD43-ACEC-10BC250A7B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5BE037-97B5-A048-BB23-913FC0BA50E9}" type="datetimeFigureOut">
              <a:rPr lang="en-US" smtClean="0"/>
              <a:t>3/4/19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26CC37-A4B1-B143-B0BD-562990E0C6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D0ED1-3AC1-8944-A46E-033FC6DC4E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68F98E-4732-ED4A-A96F-4A9BF9E2A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603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76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developer.crownpeak.com/Documentation/CMSAPI/Asset/Methods/GetSiteRoot(Asset)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developer.crownpeak.com/Documentation/CMSAPI/Asset/Methods/GetProject(Asset)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developer.crownpeak.com/templates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AE6B283-966C-6C44-853C-8148C06E952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C217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013C78-6FF2-3441-8E02-80958ED2DE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31769"/>
            <a:ext cx="10252364" cy="778193"/>
          </a:xfrm>
        </p:spPr>
        <p:txBody>
          <a:bodyPr>
            <a:normAutofit/>
          </a:bodyPr>
          <a:lstStyle/>
          <a:p>
            <a:pPr algn="r"/>
            <a:r>
              <a:rPr lang="en-US" sz="4400" dirty="0">
                <a:solidFill>
                  <a:schemeClr val="bg1"/>
                </a:solidFill>
                <a:latin typeface="+mn-lt"/>
              </a:rPr>
              <a:t>Glossary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505E61-4C3C-4C47-A7B7-AA3BF271908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0040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E58D2-BE56-9A49-8F27-89E7243DB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graphicFrame>
        <p:nvGraphicFramePr>
          <p:cNvPr id="16" name="Content Placeholder 15">
            <a:extLst>
              <a:ext uri="{FF2B5EF4-FFF2-40B4-BE49-F238E27FC236}">
                <a16:creationId xmlns:a16="http://schemas.microsoft.com/office/drawing/2014/main" id="{4236AC9F-67CF-A644-B3FB-9C1079791B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5095089"/>
              </p:ext>
            </p:extLst>
          </p:nvPr>
        </p:nvGraphicFramePr>
        <p:xfrm>
          <a:off x="1071880" y="1690688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583381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EC04DC7-6518-3840-A619-F581FFDC8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latin typeface="Bodoni 72 Book" pitchFamily="2" charset="0"/>
              </a:rPr>
              <a:t>asset</a:t>
            </a:r>
            <a:endParaRPr lang="en-US" sz="4000" dirty="0">
              <a:solidFill>
                <a:schemeClr val="bg1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CDD6031-7C06-E745-A62D-C2AD698414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42950" indent="-742950">
              <a:buFont typeface="+mj-lt"/>
              <a:buAutoNum type="arabicPeriod"/>
            </a:pPr>
            <a:r>
              <a:rPr lang="en-US" sz="4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 basic unit of operation in the CMS;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4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assets represent files, folders, endpoints and so forth;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4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content assets can be further categorized as templated assets or digital assets.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9BBAF66-8A2A-A143-9107-AA78E687E2FD}"/>
              </a:ext>
            </a:extLst>
          </p:cNvPr>
          <p:cNvCxnSpPr/>
          <p:nvPr/>
        </p:nvCxnSpPr>
        <p:spPr>
          <a:xfrm>
            <a:off x="838200" y="1546845"/>
            <a:ext cx="105156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Graphic 13" descr="Close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FCEE7995-1C84-8A43-8B8C-972543FC18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07957" y="741680"/>
            <a:ext cx="491686" cy="491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7290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EC04DC7-6518-3840-A619-F581FFDC8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latin typeface="Bodoni 72 Book" pitchFamily="2" charset="0"/>
              </a:rPr>
              <a:t>file</a:t>
            </a:r>
            <a:endParaRPr lang="en-US" sz="4000" dirty="0">
              <a:solidFill>
                <a:schemeClr val="bg1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CDD6031-7C06-E745-A62D-C2AD698414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42950" indent="-742950">
              <a:buFont typeface="+mj-lt"/>
              <a:buAutoNum type="arabicPeriod"/>
            </a:pPr>
            <a:r>
              <a:rPr lang="en-US" sz="4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 asset the represents a single item in the repository;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4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does not necessarily represent an actual file, e.g. an SFTP mount.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9BBAF66-8A2A-A143-9107-AA78E687E2FD}"/>
              </a:ext>
            </a:extLst>
          </p:cNvPr>
          <p:cNvCxnSpPr/>
          <p:nvPr/>
        </p:nvCxnSpPr>
        <p:spPr>
          <a:xfrm>
            <a:off x="838200" y="1546845"/>
            <a:ext cx="105156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Graphic 13" descr="Close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FCEE7995-1C84-8A43-8B8C-972543FC18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07957" y="741680"/>
            <a:ext cx="491686" cy="491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853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EC04DC7-6518-3840-A619-F581FFDC8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latin typeface="Bodoni 72 Book" pitchFamily="2" charset="0"/>
              </a:rPr>
              <a:t>templated asset</a:t>
            </a:r>
            <a:endParaRPr lang="en-US" sz="4000" dirty="0">
              <a:solidFill>
                <a:schemeClr val="bg1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CDD6031-7C06-E745-A62D-C2AD698414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742950" indent="-742950">
              <a:buFont typeface="+mj-lt"/>
              <a:buAutoNum type="arabicPeriod"/>
            </a:pPr>
            <a:r>
              <a:rPr lang="en-US" sz="4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 content asset that has elements that should be editable in the CMS;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4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associated with a template that defines the fields, validations and outputs of the asset;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4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stored as a collection of field names and values;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4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can have digital assets as attachments.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9BBAF66-8A2A-A143-9107-AA78E687E2FD}"/>
              </a:ext>
            </a:extLst>
          </p:cNvPr>
          <p:cNvCxnSpPr/>
          <p:nvPr/>
        </p:nvCxnSpPr>
        <p:spPr>
          <a:xfrm>
            <a:off x="838200" y="1546845"/>
            <a:ext cx="105156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phic 5" descr="Close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976C7C75-9DF1-FB4F-8242-F37C5A6DDE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07957" y="741680"/>
            <a:ext cx="491686" cy="491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567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EC04DC7-6518-3840-A619-F581FFDC8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latin typeface="Bodoni 72 Book" pitchFamily="2" charset="0"/>
              </a:rPr>
              <a:t>digital asset</a:t>
            </a:r>
            <a:endParaRPr lang="en-US" sz="4000" dirty="0">
              <a:solidFill>
                <a:schemeClr val="bg1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CDD6031-7C06-E745-A62D-C2AD698414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42950" indent="-742950">
              <a:buFont typeface="+mj-lt"/>
              <a:buAutoNum type="arabicPeriod"/>
            </a:pPr>
            <a:r>
              <a:rPr lang="en-US" sz="4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 content asset that does not have elements editable in the CMS;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4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stored exactly as provided on upload;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4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can be any file type including:</a:t>
            </a:r>
          </a:p>
          <a:p>
            <a:pPr lvl="2"/>
            <a:r>
              <a:rPr lang="en-US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binary: images, videos, documents, compiled code;</a:t>
            </a:r>
          </a:p>
          <a:p>
            <a:pPr lvl="2"/>
            <a:r>
              <a:rPr lang="en-US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text: source code, JSON, XML, plain text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4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editing requires re-upload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9BBAF66-8A2A-A143-9107-AA78E687E2FD}"/>
              </a:ext>
            </a:extLst>
          </p:cNvPr>
          <p:cNvCxnSpPr/>
          <p:nvPr/>
        </p:nvCxnSpPr>
        <p:spPr>
          <a:xfrm>
            <a:off x="838200" y="1546845"/>
            <a:ext cx="105156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phic 5" descr="Close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29B83238-85AE-3048-95BE-D68EEEB1D2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07957" y="741680"/>
            <a:ext cx="491686" cy="491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1193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EC04DC7-6518-3840-A619-F581FFDC8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latin typeface="Bodoni 72 Book" pitchFamily="2" charset="0"/>
              </a:rPr>
              <a:t>wrapped asset</a:t>
            </a:r>
            <a:endParaRPr lang="en-US" sz="4000" dirty="0">
              <a:solidFill>
                <a:schemeClr val="bg1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CDD6031-7C06-E745-A62D-C2AD698414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42950" indent="-742950">
              <a:buFont typeface="+mj-lt"/>
              <a:buAutoNum type="arabicPeriod"/>
            </a:pPr>
            <a:r>
              <a:rPr lang="en-US" sz="4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 templated asset specifically designed to have one or more digital asset attachments;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4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examples:</a:t>
            </a:r>
          </a:p>
          <a:p>
            <a:pPr lvl="2"/>
            <a:r>
              <a:rPr lang="en-US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master image + thumbnails at different sizes</a:t>
            </a:r>
          </a:p>
          <a:p>
            <a:pPr lvl="2"/>
            <a:r>
              <a:rPr lang="en-US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PDF document + search metadata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9BBAF66-8A2A-A143-9107-AA78E687E2FD}"/>
              </a:ext>
            </a:extLst>
          </p:cNvPr>
          <p:cNvCxnSpPr/>
          <p:nvPr/>
        </p:nvCxnSpPr>
        <p:spPr>
          <a:xfrm>
            <a:off x="838200" y="1546845"/>
            <a:ext cx="105156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phic 5" descr="Close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29B83238-85AE-3048-95BE-D68EEEB1D2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07957" y="741680"/>
            <a:ext cx="491686" cy="491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8534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EC04DC7-6518-3840-A619-F581FFDC8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latin typeface="Bodoni 72 Book" pitchFamily="2" charset="0"/>
              </a:rPr>
              <a:t>folder</a:t>
            </a:r>
            <a:endParaRPr lang="en-US" sz="4000" dirty="0">
              <a:solidFill>
                <a:schemeClr val="bg1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CDD6031-7C06-E745-A62D-C2AD698414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42950" indent="-742950">
              <a:buFont typeface="+mj-lt"/>
              <a:buAutoNum type="arabicPeriod"/>
            </a:pPr>
            <a:r>
              <a:rPr lang="en-US" sz="4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 asset that represents a collection of items;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9BBAF66-8A2A-A143-9107-AA78E687E2FD}"/>
              </a:ext>
            </a:extLst>
          </p:cNvPr>
          <p:cNvCxnSpPr/>
          <p:nvPr/>
        </p:nvCxnSpPr>
        <p:spPr>
          <a:xfrm>
            <a:off x="838200" y="1546845"/>
            <a:ext cx="105156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phic 5" descr="Close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29B83238-85AE-3048-95BE-D68EEEB1D2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07957" y="741680"/>
            <a:ext cx="491686" cy="491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5250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EC04DC7-6518-3840-A619-F581FFDC8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latin typeface="Bodoni 72 Book" pitchFamily="2" charset="0"/>
              </a:rPr>
              <a:t>site root</a:t>
            </a:r>
            <a:endParaRPr lang="en-US" sz="4000" dirty="0">
              <a:solidFill>
                <a:schemeClr val="bg1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CDD6031-7C06-E745-A62D-C2AD698414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42950" indent="-742950">
              <a:buFont typeface="+mj-lt"/>
              <a:buAutoNum type="arabicPeriod"/>
            </a:pPr>
            <a:r>
              <a:rPr lang="en-US" sz="4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 content asset folder that has been marked as the root of a site;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4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 folder that the Template API call </a:t>
            </a:r>
            <a:r>
              <a:rPr lang="en-US" sz="4000" dirty="0" err="1">
                <a:solidFill>
                  <a:schemeClr val="tx1">
                    <a:lumMod val="65000"/>
                    <a:lumOff val="35000"/>
                  </a:schemeClr>
                </a:solidFill>
                <a:hlinkClick r:id="rId2"/>
              </a:rPr>
              <a:t>Asset.GetSiteRoot</a:t>
            </a:r>
            <a:r>
              <a:rPr lang="en-US" sz="4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will return when passed an asset in the folder or any of its children.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9BBAF66-8A2A-A143-9107-AA78E687E2FD}"/>
              </a:ext>
            </a:extLst>
          </p:cNvPr>
          <p:cNvCxnSpPr/>
          <p:nvPr/>
        </p:nvCxnSpPr>
        <p:spPr>
          <a:xfrm>
            <a:off x="838200" y="1546845"/>
            <a:ext cx="105156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phic 5" descr="Close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29B83238-85AE-3048-95BE-D68EEEB1D2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07957" y="741680"/>
            <a:ext cx="491686" cy="491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4489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EC04DC7-6518-3840-A619-F581FFDC8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latin typeface="Bodoni 72 Book" pitchFamily="2" charset="0"/>
              </a:rPr>
              <a:t>project root</a:t>
            </a:r>
            <a:endParaRPr lang="en-US" sz="4000" dirty="0">
              <a:solidFill>
                <a:schemeClr val="bg1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CDD6031-7C06-E745-A62D-C2AD698414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742950" indent="-742950">
              <a:buFont typeface="+mj-lt"/>
              <a:buAutoNum type="arabicPeriod"/>
            </a:pPr>
            <a:r>
              <a:rPr lang="en-US" sz="4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 special folder created by the CMS on request that contains all of the “code” for a particular project;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4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projects are per site but often for a site family;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4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linked through the Site Root properties panel;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4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NB: can be branched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4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 folder that the Template API call </a:t>
            </a:r>
            <a:r>
              <a:rPr lang="en-US" sz="4000" dirty="0" err="1">
                <a:solidFill>
                  <a:schemeClr val="tx1">
                    <a:lumMod val="65000"/>
                    <a:lumOff val="35000"/>
                  </a:schemeClr>
                </a:solidFill>
                <a:hlinkClick r:id="rId2"/>
              </a:rPr>
              <a:t>Asset.GetProject</a:t>
            </a:r>
            <a:r>
              <a:rPr lang="en-US" sz="4000" dirty="0">
                <a:solidFill>
                  <a:schemeClr val="tx1">
                    <a:lumMod val="65000"/>
                    <a:lumOff val="35000"/>
                  </a:schemeClr>
                </a:solidFill>
                <a:hlinkClick r:id="rId2"/>
              </a:rPr>
              <a:t> </a:t>
            </a:r>
            <a:r>
              <a:rPr lang="en-US" sz="4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will return.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9BBAF66-8A2A-A143-9107-AA78E687E2FD}"/>
              </a:ext>
            </a:extLst>
          </p:cNvPr>
          <p:cNvCxnSpPr/>
          <p:nvPr/>
        </p:nvCxnSpPr>
        <p:spPr>
          <a:xfrm>
            <a:off x="838200" y="1546845"/>
            <a:ext cx="105156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phic 5" descr="Close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29B83238-85AE-3048-95BE-D68EEEB1D2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07957" y="741680"/>
            <a:ext cx="491686" cy="491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107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EC04DC7-6518-3840-A619-F581FFDC8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latin typeface="Bodoni 72 Book" pitchFamily="2" charset="0"/>
              </a:rPr>
              <a:t>template</a:t>
            </a:r>
            <a:endParaRPr lang="en-US" sz="4000" dirty="0">
              <a:solidFill>
                <a:schemeClr val="bg1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CDD6031-7C06-E745-A62D-C2AD698414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42950" indent="-742950">
              <a:buFont typeface="+mj-lt"/>
              <a:buAutoNum type="arabicPeriod"/>
            </a:pPr>
            <a:r>
              <a:rPr lang="en-US" sz="4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 collection of event handlers written in the CMS template language and called by the CMS when events are triggered on an asset;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4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created in {</a:t>
            </a:r>
            <a:r>
              <a:rPr lang="en-US" sz="4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project_root</a:t>
            </a:r>
            <a:r>
              <a:rPr lang="en-US" sz="4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}/Templates;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4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associated with templated assets;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4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see </a:t>
            </a:r>
            <a:r>
              <a:rPr lang="en-US" sz="4000" dirty="0">
                <a:solidFill>
                  <a:schemeClr val="tx1">
                    <a:lumMod val="65000"/>
                    <a:lumOff val="35000"/>
                  </a:schemeClr>
                </a:solidFill>
                <a:hlinkClick r:id="rId2"/>
              </a:rPr>
              <a:t>list of event handlers</a:t>
            </a:r>
            <a:endParaRPr lang="en-US" sz="4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9BBAF66-8A2A-A143-9107-AA78E687E2FD}"/>
              </a:ext>
            </a:extLst>
          </p:cNvPr>
          <p:cNvCxnSpPr/>
          <p:nvPr/>
        </p:nvCxnSpPr>
        <p:spPr>
          <a:xfrm>
            <a:off x="838200" y="1546845"/>
            <a:ext cx="105156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phic 5" descr="Close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29B83238-85AE-3048-95BE-D68EEEB1D2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07957" y="741680"/>
            <a:ext cx="491686" cy="491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7033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EC04DC7-6518-3840-A619-F581FFDC8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latin typeface="Bodoni 72 Book" pitchFamily="2" charset="0"/>
              </a:rPr>
              <a:t>model</a:t>
            </a:r>
            <a:endParaRPr lang="en-US" sz="4000" dirty="0">
              <a:solidFill>
                <a:schemeClr val="bg1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CDD6031-7C06-E745-A62D-C2AD698414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742950" indent="-742950">
              <a:buFont typeface="+mj-lt"/>
              <a:buAutoNum type="arabicPeriod"/>
            </a:pPr>
            <a:r>
              <a:rPr lang="en-US" sz="4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 collection of blueprints for asset creation;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4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 purpose is to ensure of content is created in the correct locations with the correct properties (template, workflow, access control, default values etc.)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4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blueprints can be any type of asset;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4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associated with content folders through the “Model” property panel;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9BBAF66-8A2A-A143-9107-AA78E687E2FD}"/>
              </a:ext>
            </a:extLst>
          </p:cNvPr>
          <p:cNvCxnSpPr/>
          <p:nvPr/>
        </p:nvCxnSpPr>
        <p:spPr>
          <a:xfrm>
            <a:off x="838200" y="1546845"/>
            <a:ext cx="105156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phic 5" descr="Close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29B83238-85AE-3048-95BE-D68EEEB1D2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07957" y="741680"/>
            <a:ext cx="491686" cy="491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4601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0DBB18FA72F8D41BE3AADDE8766CF8E" ma:contentTypeVersion="14" ma:contentTypeDescription="Create a new document." ma:contentTypeScope="" ma:versionID="aac1d5b023d3e9d060c6b7ce096ea336">
  <xsd:schema xmlns:xsd="http://www.w3.org/2001/XMLSchema" xmlns:xs="http://www.w3.org/2001/XMLSchema" xmlns:p="http://schemas.microsoft.com/office/2006/metadata/properties" xmlns:ns2="e689240d-251c-4017-adba-547be9a28cf3" xmlns:ns3="7ebad545-6f24-4a50-86d9-37ac9f441162" targetNamespace="http://schemas.microsoft.com/office/2006/metadata/properties" ma:root="true" ma:fieldsID="db0a1b696c6c9a88a3fc64a84bd11f01" ns2:_="" ns3:_="">
    <xsd:import namespace="e689240d-251c-4017-adba-547be9a28cf3"/>
    <xsd:import namespace="7ebad545-6f24-4a50-86d9-37ac9f441162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LengthInSeconds" minOccurs="0"/>
                <xsd:element ref="ns3:MediaServiceObjectDetectorVersions" minOccurs="0"/>
                <xsd:element ref="ns3:MediaServiceGenerationTime" minOccurs="0"/>
                <xsd:element ref="ns3:MediaServiceEventHashCode" minOccurs="0"/>
                <xsd:element ref="ns3:MediaServiceSearchProperties" minOccurs="0"/>
                <xsd:element ref="ns3:lcf76f155ced4ddcb4097134ff3c332f" minOccurs="0"/>
                <xsd:element ref="ns2:TaxCatchAll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689240d-251c-4017-adba-547be9a28cf3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90f61ad7-14d7-4a18-9ecb-ecf5fa16bdf2}" ma:internalName="TaxCatchAll" ma:showField="CatchAllData" ma:web="e689240d-251c-4017-adba-547be9a28cf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bad545-6f24-4a50-86d9-37ac9f44116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54fef160-e776-43c2-8f95-bf70117a71c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ebad545-6f24-4a50-86d9-37ac9f441162">
      <Terms xmlns="http://schemas.microsoft.com/office/infopath/2007/PartnerControls"/>
    </lcf76f155ced4ddcb4097134ff3c332f>
    <TaxCatchAll xmlns="e689240d-251c-4017-adba-547be9a28cf3" xsi:nil="true"/>
  </documentManagement>
</p:properties>
</file>

<file path=customXml/itemProps1.xml><?xml version="1.0" encoding="utf-8"?>
<ds:datastoreItem xmlns:ds="http://schemas.openxmlformats.org/officeDocument/2006/customXml" ds:itemID="{6AF351CB-57D3-4389-9A8C-CD9541D6963C}"/>
</file>

<file path=customXml/itemProps2.xml><?xml version="1.0" encoding="utf-8"?>
<ds:datastoreItem xmlns:ds="http://schemas.openxmlformats.org/officeDocument/2006/customXml" ds:itemID="{D4AA5F8A-D9A9-4BDC-B466-DCC19E95D1AD}"/>
</file>

<file path=customXml/itemProps3.xml><?xml version="1.0" encoding="utf-8"?>
<ds:datastoreItem xmlns:ds="http://schemas.openxmlformats.org/officeDocument/2006/customXml" ds:itemID="{12D0D084-A40E-4D63-84B0-2EBF7432F5CC}"/>
</file>

<file path=docProps/app.xml><?xml version="1.0" encoding="utf-8"?>
<Properties xmlns="http://schemas.openxmlformats.org/officeDocument/2006/extended-properties" xmlns:vt="http://schemas.openxmlformats.org/officeDocument/2006/docPropsVTypes">
  <TotalTime>1314</TotalTime>
  <Words>428</Words>
  <Application>Microsoft Macintosh PowerPoint</Application>
  <PresentationFormat>Widescreen</PresentationFormat>
  <Paragraphs>58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Bodoni 72 Book</vt:lpstr>
      <vt:lpstr>Calibri</vt:lpstr>
      <vt:lpstr>Calibri Light</vt:lpstr>
      <vt:lpstr>Office Theme</vt:lpstr>
      <vt:lpstr>Glossary</vt:lpstr>
      <vt:lpstr>Overview</vt:lpstr>
      <vt:lpstr>asset</vt:lpstr>
      <vt:lpstr>file</vt:lpstr>
      <vt:lpstr>templated asset</vt:lpstr>
      <vt:lpstr>digital asset</vt:lpstr>
      <vt:lpstr>wrapped asset</vt:lpstr>
      <vt:lpstr>folder</vt:lpstr>
      <vt:lpstr>site root</vt:lpstr>
      <vt:lpstr>project root</vt:lpstr>
      <vt:lpstr>template</vt:lpstr>
      <vt:lpstr>model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asset [as-et]</dc:title>
  <dc:creator>Marcus Edwards</dc:creator>
  <cp:lastModifiedBy>Marcus Edwards</cp:lastModifiedBy>
  <cp:revision>17</cp:revision>
  <dcterms:created xsi:type="dcterms:W3CDTF">2019-02-10T11:31:56Z</dcterms:created>
  <dcterms:modified xsi:type="dcterms:W3CDTF">2019-03-04T11:04:44Z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0x01010080DBB18FA72F8D41BE3AADDE8766CF8E</vt:lpwstr>
  </property>
</Properties>
</file>