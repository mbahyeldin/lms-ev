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82" r:id="rId4"/>
  </p:sldMasterIdLst>
  <p:notesMasterIdLst>
    <p:notesMasterId r:id="rId39"/>
  </p:notesMasterIdLst>
  <p:handoutMasterIdLst>
    <p:handoutMasterId r:id="rId40"/>
  </p:handoutMasterIdLst>
  <p:sldIdLst>
    <p:sldId id="256" r:id="rId5"/>
    <p:sldId id="350" r:id="rId6"/>
    <p:sldId id="331" r:id="rId7"/>
    <p:sldId id="349" r:id="rId8"/>
    <p:sldId id="351" r:id="rId9"/>
    <p:sldId id="352" r:id="rId10"/>
    <p:sldId id="353" r:id="rId11"/>
    <p:sldId id="354" r:id="rId12"/>
    <p:sldId id="368" r:id="rId13"/>
    <p:sldId id="374" r:id="rId14"/>
    <p:sldId id="381" r:id="rId15"/>
    <p:sldId id="376" r:id="rId16"/>
    <p:sldId id="355" r:id="rId17"/>
    <p:sldId id="363" r:id="rId18"/>
    <p:sldId id="364" r:id="rId19"/>
    <p:sldId id="365" r:id="rId20"/>
    <p:sldId id="366" r:id="rId21"/>
    <p:sldId id="367" r:id="rId22"/>
    <p:sldId id="375" r:id="rId23"/>
    <p:sldId id="369" r:id="rId24"/>
    <p:sldId id="370" r:id="rId25"/>
    <p:sldId id="371" r:id="rId26"/>
    <p:sldId id="362" r:id="rId27"/>
    <p:sldId id="357" r:id="rId28"/>
    <p:sldId id="358" r:id="rId29"/>
    <p:sldId id="359" r:id="rId30"/>
    <p:sldId id="360" r:id="rId31"/>
    <p:sldId id="372" r:id="rId32"/>
    <p:sldId id="377" r:id="rId33"/>
    <p:sldId id="373" r:id="rId34"/>
    <p:sldId id="378" r:id="rId35"/>
    <p:sldId id="379" r:id="rId36"/>
    <p:sldId id="380" r:id="rId37"/>
    <p:sldId id="328" r:id="rId38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F9AA8A3D-D43F-4C45-8935-9E7E1FA62B22}">
          <p14:sldIdLst>
            <p14:sldId id="256"/>
            <p14:sldId id="350"/>
            <p14:sldId id="331"/>
          </p14:sldIdLst>
        </p14:section>
        <p14:section name="Section Builder" id="{D5165087-16F5-9B40-B1FD-2A6ABA280F5E}">
          <p14:sldIdLst>
            <p14:sldId id="349"/>
            <p14:sldId id="351"/>
            <p14:sldId id="352"/>
            <p14:sldId id="353"/>
            <p14:sldId id="354"/>
          </p14:sldIdLst>
        </p14:section>
        <p14:section name="LAB – Set up" id="{33C92068-630D-F34F-A112-E3BF489464B8}">
          <p14:sldIdLst>
            <p14:sldId id="368"/>
            <p14:sldId id="374"/>
            <p14:sldId id="381"/>
            <p14:sldId id="376"/>
          </p14:sldIdLst>
        </p14:section>
        <p14:section name="LAB – ShowDropDownContainer" id="{718249C6-EA5E-1C4D-ACD3-E4ED8C176DC2}">
          <p14:sldIdLst>
            <p14:sldId id="355"/>
            <p14:sldId id="363"/>
            <p14:sldId id="364"/>
            <p14:sldId id="365"/>
            <p14:sldId id="366"/>
            <p14:sldId id="367"/>
          </p14:sldIdLst>
        </p14:section>
        <p14:section name="LAB – Section Builder" id="{21AFC303-7EEE-FD4D-BD14-FB7C0338431B}">
          <p14:sldIdLst>
            <p14:sldId id="375"/>
            <p14:sldId id="369"/>
            <p14:sldId id="370"/>
            <p14:sldId id="371"/>
          </p14:sldIdLst>
        </p14:section>
        <p14:section name="ShowFormSelector" id="{26D8AB13-BFC9-1946-AE71-A3D6ECED1995}">
          <p14:sldIdLst>
            <p14:sldId id="362"/>
            <p14:sldId id="357"/>
            <p14:sldId id="358"/>
            <p14:sldId id="359"/>
            <p14:sldId id="360"/>
          </p14:sldIdLst>
        </p14:section>
        <p14:section name="LAB – Section Builder Implementation v2" id="{731BBDAB-4162-1748-B6FE-398475E0CF25}">
          <p14:sldIdLst>
            <p14:sldId id="372"/>
            <p14:sldId id="377"/>
            <p14:sldId id="373"/>
            <p14:sldId id="378"/>
            <p14:sldId id="379"/>
            <p14:sldId id="380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448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se Duncan" initials="DD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A3A1"/>
    <a:srgbClr val="BC217E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7B16D8-D7E0-1C4F-9AA7-50C0D9A7CA04}" v="15" dt="2020-12-09T12:48:53.3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29" autoAdjust="0"/>
    <p:restoredTop sz="81633" autoAdjust="0"/>
  </p:normalViewPr>
  <p:slideViewPr>
    <p:cSldViewPr snapToGrid="0" snapToObjects="1">
      <p:cViewPr varScale="1">
        <p:scale>
          <a:sx n="138" d="100"/>
          <a:sy n="138" d="100"/>
        </p:scale>
        <p:origin x="1304" y="176"/>
      </p:cViewPr>
      <p:guideLst>
        <p:guide orient="horz" pos="3239"/>
        <p:guide pos="44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01" d="100"/>
          <a:sy n="101" d="100"/>
        </p:scale>
        <p:origin x="3552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us Edwards" userId="d713e305-e102-47f4-b84c-1ee8a75b29d0" providerId="ADAL" clId="{857B16D8-D7E0-1C4F-9AA7-50C0D9A7CA04}"/>
    <pc:docChg chg="undo custSel addSld delSld modSld sldOrd addSection modSection">
      <pc:chgData name="Marcus Edwards" userId="d713e305-e102-47f4-b84c-1ee8a75b29d0" providerId="ADAL" clId="{857B16D8-D7E0-1C4F-9AA7-50C0D9A7CA04}" dt="2020-12-09T12:49:16.417" v="1760" actId="2165"/>
      <pc:docMkLst>
        <pc:docMk/>
      </pc:docMkLst>
      <pc:sldChg chg="del mod modShow">
        <pc:chgData name="Marcus Edwards" userId="d713e305-e102-47f4-b84c-1ee8a75b29d0" providerId="ADAL" clId="{857B16D8-D7E0-1C4F-9AA7-50C0D9A7CA04}" dt="2020-12-09T12:02:11.810" v="62" actId="2696"/>
        <pc:sldMkLst>
          <pc:docMk/>
          <pc:sldMk cId="4124279419" sldId="348"/>
        </pc:sldMkLst>
      </pc:sldChg>
      <pc:sldChg chg="modSp mod">
        <pc:chgData name="Marcus Edwards" userId="d713e305-e102-47f4-b84c-1ee8a75b29d0" providerId="ADAL" clId="{857B16D8-D7E0-1C4F-9AA7-50C0D9A7CA04}" dt="2020-12-09T11:30:57.057" v="58" actId="400"/>
        <pc:sldMkLst>
          <pc:docMk/>
          <pc:sldMk cId="4132081392" sldId="351"/>
        </pc:sldMkLst>
        <pc:spChg chg="mod">
          <ac:chgData name="Marcus Edwards" userId="d713e305-e102-47f4-b84c-1ee8a75b29d0" providerId="ADAL" clId="{857B16D8-D7E0-1C4F-9AA7-50C0D9A7CA04}" dt="2020-12-09T11:30:57.057" v="58" actId="400"/>
          <ac:spMkLst>
            <pc:docMk/>
            <pc:sldMk cId="4132081392" sldId="351"/>
            <ac:spMk id="3" creationId="{00000000-0000-0000-0000-000000000000}"/>
          </ac:spMkLst>
        </pc:spChg>
      </pc:sldChg>
      <pc:sldChg chg="mod modShow">
        <pc:chgData name="Marcus Edwards" userId="d713e305-e102-47f4-b84c-1ee8a75b29d0" providerId="ADAL" clId="{857B16D8-D7E0-1C4F-9AA7-50C0D9A7CA04}" dt="2020-12-09T11:31:18.666" v="59" actId="729"/>
        <pc:sldMkLst>
          <pc:docMk/>
          <pc:sldMk cId="817228264" sldId="353"/>
        </pc:sldMkLst>
      </pc:sldChg>
      <pc:sldChg chg="mod modShow">
        <pc:chgData name="Marcus Edwards" userId="d713e305-e102-47f4-b84c-1ee8a75b29d0" providerId="ADAL" clId="{857B16D8-D7E0-1C4F-9AA7-50C0D9A7CA04}" dt="2020-12-09T12:07:34.695" v="375" actId="729"/>
        <pc:sldMkLst>
          <pc:docMk/>
          <pc:sldMk cId="4152175910" sldId="355"/>
        </pc:sldMkLst>
      </pc:sldChg>
      <pc:sldChg chg="modSp mod">
        <pc:chgData name="Marcus Edwards" userId="d713e305-e102-47f4-b84c-1ee8a75b29d0" providerId="ADAL" clId="{857B16D8-D7E0-1C4F-9AA7-50C0D9A7CA04}" dt="2020-12-09T12:24:30.112" v="1009" actId="20577"/>
        <pc:sldMkLst>
          <pc:docMk/>
          <pc:sldMk cId="2549934582" sldId="358"/>
        </pc:sldMkLst>
        <pc:graphicFrameChg chg="mod modGraphic">
          <ac:chgData name="Marcus Edwards" userId="d713e305-e102-47f4-b84c-1ee8a75b29d0" providerId="ADAL" clId="{857B16D8-D7E0-1C4F-9AA7-50C0D9A7CA04}" dt="2020-12-09T12:24:30.112" v="1009" actId="20577"/>
          <ac:graphicFrameMkLst>
            <pc:docMk/>
            <pc:sldMk cId="2549934582" sldId="358"/>
            <ac:graphicFrameMk id="4" creationId="{3F640700-16F8-6A4A-A69F-83A5073BEA9C}"/>
          </ac:graphicFrameMkLst>
        </pc:graphicFrameChg>
      </pc:sldChg>
      <pc:sldChg chg="mod modShow">
        <pc:chgData name="Marcus Edwards" userId="d713e305-e102-47f4-b84c-1ee8a75b29d0" providerId="ADAL" clId="{857B16D8-D7E0-1C4F-9AA7-50C0D9A7CA04}" dt="2020-12-09T12:07:34.695" v="375" actId="729"/>
        <pc:sldMkLst>
          <pc:docMk/>
          <pc:sldMk cId="1997426741" sldId="363"/>
        </pc:sldMkLst>
      </pc:sldChg>
      <pc:sldChg chg="mod modShow">
        <pc:chgData name="Marcus Edwards" userId="d713e305-e102-47f4-b84c-1ee8a75b29d0" providerId="ADAL" clId="{857B16D8-D7E0-1C4F-9AA7-50C0D9A7CA04}" dt="2020-12-09T12:07:34.695" v="375" actId="729"/>
        <pc:sldMkLst>
          <pc:docMk/>
          <pc:sldMk cId="3712333918" sldId="364"/>
        </pc:sldMkLst>
      </pc:sldChg>
      <pc:sldChg chg="mod modShow">
        <pc:chgData name="Marcus Edwards" userId="d713e305-e102-47f4-b84c-1ee8a75b29d0" providerId="ADAL" clId="{857B16D8-D7E0-1C4F-9AA7-50C0D9A7CA04}" dt="2020-12-09T12:07:34.695" v="375" actId="729"/>
        <pc:sldMkLst>
          <pc:docMk/>
          <pc:sldMk cId="171157157" sldId="365"/>
        </pc:sldMkLst>
      </pc:sldChg>
      <pc:sldChg chg="mod modShow">
        <pc:chgData name="Marcus Edwards" userId="d713e305-e102-47f4-b84c-1ee8a75b29d0" providerId="ADAL" clId="{857B16D8-D7E0-1C4F-9AA7-50C0D9A7CA04}" dt="2020-12-09T12:07:34.695" v="375" actId="729"/>
        <pc:sldMkLst>
          <pc:docMk/>
          <pc:sldMk cId="2874113372" sldId="366"/>
        </pc:sldMkLst>
      </pc:sldChg>
      <pc:sldChg chg="mod modShow">
        <pc:chgData name="Marcus Edwards" userId="d713e305-e102-47f4-b84c-1ee8a75b29d0" providerId="ADAL" clId="{857B16D8-D7E0-1C4F-9AA7-50C0D9A7CA04}" dt="2020-12-09T12:07:34.695" v="375" actId="729"/>
        <pc:sldMkLst>
          <pc:docMk/>
          <pc:sldMk cId="3623024158" sldId="367"/>
        </pc:sldMkLst>
      </pc:sldChg>
      <pc:sldChg chg="modSp mod ord">
        <pc:chgData name="Marcus Edwards" userId="d713e305-e102-47f4-b84c-1ee8a75b29d0" providerId="ADAL" clId="{857B16D8-D7E0-1C4F-9AA7-50C0D9A7CA04}" dt="2020-12-09T12:08:27.015" v="400" actId="20577"/>
        <pc:sldMkLst>
          <pc:docMk/>
          <pc:sldMk cId="3676096683" sldId="368"/>
        </pc:sldMkLst>
        <pc:spChg chg="mod">
          <ac:chgData name="Marcus Edwards" userId="d713e305-e102-47f4-b84c-1ee8a75b29d0" providerId="ADAL" clId="{857B16D8-D7E0-1C4F-9AA7-50C0D9A7CA04}" dt="2020-12-09T12:08:27.015" v="400" actId="20577"/>
          <ac:spMkLst>
            <pc:docMk/>
            <pc:sldMk cId="3676096683" sldId="368"/>
            <ac:spMk id="5" creationId="{0B9032CB-035B-014E-BD5B-BB719E210EEB}"/>
          </ac:spMkLst>
        </pc:spChg>
      </pc:sldChg>
      <pc:sldChg chg="modSp mod">
        <pc:chgData name="Marcus Edwards" userId="d713e305-e102-47f4-b84c-1ee8a75b29d0" providerId="ADAL" clId="{857B16D8-D7E0-1C4F-9AA7-50C0D9A7CA04}" dt="2020-12-09T12:14:02.641" v="823" actId="6549"/>
        <pc:sldMkLst>
          <pc:docMk/>
          <pc:sldMk cId="1897875350" sldId="369"/>
        </pc:sldMkLst>
        <pc:graphicFrameChg chg="modGraphic">
          <ac:chgData name="Marcus Edwards" userId="d713e305-e102-47f4-b84c-1ee8a75b29d0" providerId="ADAL" clId="{857B16D8-D7E0-1C4F-9AA7-50C0D9A7CA04}" dt="2020-12-09T12:14:02.641" v="823" actId="6549"/>
          <ac:graphicFrameMkLst>
            <pc:docMk/>
            <pc:sldMk cId="1897875350" sldId="369"/>
            <ac:graphicFrameMk id="4" creationId="{0FE6B5A0-13A3-524C-872E-765C37406865}"/>
          </ac:graphicFrameMkLst>
        </pc:graphicFrameChg>
      </pc:sldChg>
      <pc:sldChg chg="mod modShow">
        <pc:chgData name="Marcus Edwards" userId="d713e305-e102-47f4-b84c-1ee8a75b29d0" providerId="ADAL" clId="{857B16D8-D7E0-1C4F-9AA7-50C0D9A7CA04}" dt="2020-12-09T12:22:51.338" v="947" actId="729"/>
        <pc:sldMkLst>
          <pc:docMk/>
          <pc:sldMk cId="3310271603" sldId="371"/>
        </pc:sldMkLst>
      </pc:sldChg>
      <pc:sldChg chg="modSp mod ord">
        <pc:chgData name="Marcus Edwards" userId="d713e305-e102-47f4-b84c-1ee8a75b29d0" providerId="ADAL" clId="{857B16D8-D7E0-1C4F-9AA7-50C0D9A7CA04}" dt="2020-12-09T12:35:44.994" v="1050" actId="2165"/>
        <pc:sldMkLst>
          <pc:docMk/>
          <pc:sldMk cId="16528387" sldId="373"/>
        </pc:sldMkLst>
        <pc:spChg chg="mod">
          <ac:chgData name="Marcus Edwards" userId="d713e305-e102-47f4-b84c-1ee8a75b29d0" providerId="ADAL" clId="{857B16D8-D7E0-1C4F-9AA7-50C0D9A7CA04}" dt="2020-12-09T12:34:53.677" v="1035" actId="20577"/>
          <ac:spMkLst>
            <pc:docMk/>
            <pc:sldMk cId="16528387" sldId="373"/>
            <ac:spMk id="2" creationId="{BE1241F0-2F1E-034E-B27E-47452BA8E071}"/>
          </ac:spMkLst>
        </pc:spChg>
        <pc:graphicFrameChg chg="modGraphic">
          <ac:chgData name="Marcus Edwards" userId="d713e305-e102-47f4-b84c-1ee8a75b29d0" providerId="ADAL" clId="{857B16D8-D7E0-1C4F-9AA7-50C0D9A7CA04}" dt="2020-12-09T12:35:44.994" v="1050" actId="2165"/>
          <ac:graphicFrameMkLst>
            <pc:docMk/>
            <pc:sldMk cId="16528387" sldId="373"/>
            <ac:graphicFrameMk id="4" creationId="{0FE6B5A0-13A3-524C-872E-765C37406865}"/>
          </ac:graphicFrameMkLst>
        </pc:graphicFrameChg>
      </pc:sldChg>
      <pc:sldChg chg="delSp modSp add mod ord">
        <pc:chgData name="Marcus Edwards" userId="d713e305-e102-47f4-b84c-1ee8a75b29d0" providerId="ADAL" clId="{857B16D8-D7E0-1C4F-9AA7-50C0D9A7CA04}" dt="2020-12-09T12:47:58.956" v="1540" actId="20577"/>
        <pc:sldMkLst>
          <pc:docMk/>
          <pc:sldMk cId="3056971250" sldId="374"/>
        </pc:sldMkLst>
        <pc:spChg chg="mod">
          <ac:chgData name="Marcus Edwards" userId="d713e305-e102-47f4-b84c-1ee8a75b29d0" providerId="ADAL" clId="{857B16D8-D7E0-1C4F-9AA7-50C0D9A7CA04}" dt="2020-12-09T12:47:58.956" v="1540" actId="20577"/>
          <ac:spMkLst>
            <pc:docMk/>
            <pc:sldMk cId="3056971250" sldId="374"/>
            <ac:spMk id="2" creationId="{BE1241F0-2F1E-034E-B27E-47452BA8E071}"/>
          </ac:spMkLst>
        </pc:spChg>
        <pc:spChg chg="del mod">
          <ac:chgData name="Marcus Edwards" userId="d713e305-e102-47f4-b84c-1ee8a75b29d0" providerId="ADAL" clId="{857B16D8-D7E0-1C4F-9AA7-50C0D9A7CA04}" dt="2020-12-09T12:02:31.307" v="66"/>
          <ac:spMkLst>
            <pc:docMk/>
            <pc:sldMk cId="3056971250" sldId="374"/>
            <ac:spMk id="9" creationId="{4B531577-74E3-8E4B-ADEC-C660D38C0572}"/>
          </ac:spMkLst>
        </pc:spChg>
        <pc:graphicFrameChg chg="mod modGraphic">
          <ac:chgData name="Marcus Edwards" userId="d713e305-e102-47f4-b84c-1ee8a75b29d0" providerId="ADAL" clId="{857B16D8-D7E0-1C4F-9AA7-50C0D9A7CA04}" dt="2020-12-09T12:12:46.937" v="822" actId="20577"/>
          <ac:graphicFrameMkLst>
            <pc:docMk/>
            <pc:sldMk cId="3056971250" sldId="374"/>
            <ac:graphicFrameMk id="4" creationId="{0FE6B5A0-13A3-524C-872E-765C37406865}"/>
          </ac:graphicFrameMkLst>
        </pc:graphicFrameChg>
      </pc:sldChg>
      <pc:sldChg chg="add">
        <pc:chgData name="Marcus Edwards" userId="d713e305-e102-47f4-b84c-1ee8a75b29d0" providerId="ADAL" clId="{857B16D8-D7E0-1C4F-9AA7-50C0D9A7CA04}" dt="2020-12-09T12:07:51.525" v="379" actId="2890"/>
        <pc:sldMkLst>
          <pc:docMk/>
          <pc:sldMk cId="1721412300" sldId="375"/>
        </pc:sldMkLst>
      </pc:sldChg>
      <pc:sldChg chg="modSp add mod">
        <pc:chgData name="Marcus Edwards" userId="d713e305-e102-47f4-b84c-1ee8a75b29d0" providerId="ADAL" clId="{857B16D8-D7E0-1C4F-9AA7-50C0D9A7CA04}" dt="2020-12-09T12:12:01.738" v="798" actId="20577"/>
        <pc:sldMkLst>
          <pc:docMk/>
          <pc:sldMk cId="1422576025" sldId="376"/>
        </pc:sldMkLst>
        <pc:spChg chg="mod">
          <ac:chgData name="Marcus Edwards" userId="d713e305-e102-47f4-b84c-1ee8a75b29d0" providerId="ADAL" clId="{857B16D8-D7E0-1C4F-9AA7-50C0D9A7CA04}" dt="2020-12-09T12:09:07.671" v="429" actId="20577"/>
          <ac:spMkLst>
            <pc:docMk/>
            <pc:sldMk cId="1422576025" sldId="376"/>
            <ac:spMk id="2" creationId="{BE1241F0-2F1E-034E-B27E-47452BA8E071}"/>
          </ac:spMkLst>
        </pc:spChg>
        <pc:graphicFrameChg chg="mod modGraphic">
          <ac:chgData name="Marcus Edwards" userId="d713e305-e102-47f4-b84c-1ee8a75b29d0" providerId="ADAL" clId="{857B16D8-D7E0-1C4F-9AA7-50C0D9A7CA04}" dt="2020-12-09T12:12:01.738" v="798" actId="20577"/>
          <ac:graphicFrameMkLst>
            <pc:docMk/>
            <pc:sldMk cId="1422576025" sldId="376"/>
            <ac:graphicFrameMk id="4" creationId="{0FE6B5A0-13A3-524C-872E-765C37406865}"/>
          </ac:graphicFrameMkLst>
        </pc:graphicFrameChg>
      </pc:sldChg>
      <pc:sldChg chg="modSp add mod ord">
        <pc:chgData name="Marcus Edwards" userId="d713e305-e102-47f4-b84c-1ee8a75b29d0" providerId="ADAL" clId="{857B16D8-D7E0-1C4F-9AA7-50C0D9A7CA04}" dt="2020-12-09T12:26:08.001" v="1012" actId="20578"/>
        <pc:sldMkLst>
          <pc:docMk/>
          <pc:sldMk cId="3200042859" sldId="377"/>
        </pc:sldMkLst>
        <pc:spChg chg="mod">
          <ac:chgData name="Marcus Edwards" userId="d713e305-e102-47f4-b84c-1ee8a75b29d0" providerId="ADAL" clId="{857B16D8-D7E0-1C4F-9AA7-50C0D9A7CA04}" dt="2020-12-09T12:14:22.361" v="840" actId="20577"/>
          <ac:spMkLst>
            <pc:docMk/>
            <pc:sldMk cId="3200042859" sldId="377"/>
            <ac:spMk id="2" creationId="{BE1241F0-2F1E-034E-B27E-47452BA8E071}"/>
          </ac:spMkLst>
        </pc:spChg>
        <pc:graphicFrameChg chg="mod modGraphic">
          <ac:chgData name="Marcus Edwards" userId="d713e305-e102-47f4-b84c-1ee8a75b29d0" providerId="ADAL" clId="{857B16D8-D7E0-1C4F-9AA7-50C0D9A7CA04}" dt="2020-12-09T12:15:29.228" v="946" actId="2165"/>
          <ac:graphicFrameMkLst>
            <pc:docMk/>
            <pc:sldMk cId="3200042859" sldId="377"/>
            <ac:graphicFrameMk id="4" creationId="{0FE6B5A0-13A3-524C-872E-765C37406865}"/>
          </ac:graphicFrameMkLst>
        </pc:graphicFrameChg>
      </pc:sldChg>
      <pc:sldChg chg="add mod ord modShow">
        <pc:chgData name="Marcus Edwards" userId="d713e305-e102-47f4-b84c-1ee8a75b29d0" providerId="ADAL" clId="{857B16D8-D7E0-1C4F-9AA7-50C0D9A7CA04}" dt="2020-12-09T12:30:22.934" v="1015" actId="729"/>
        <pc:sldMkLst>
          <pc:docMk/>
          <pc:sldMk cId="1989123924" sldId="378"/>
        </pc:sldMkLst>
      </pc:sldChg>
      <pc:sldChg chg="modSp add mod">
        <pc:chgData name="Marcus Edwards" userId="d713e305-e102-47f4-b84c-1ee8a75b29d0" providerId="ADAL" clId="{857B16D8-D7E0-1C4F-9AA7-50C0D9A7CA04}" dt="2020-12-09T12:38:32.632" v="1325" actId="2165"/>
        <pc:sldMkLst>
          <pc:docMk/>
          <pc:sldMk cId="1027683915" sldId="379"/>
        </pc:sldMkLst>
        <pc:spChg chg="mod">
          <ac:chgData name="Marcus Edwards" userId="d713e305-e102-47f4-b84c-1ee8a75b29d0" providerId="ADAL" clId="{857B16D8-D7E0-1C4F-9AA7-50C0D9A7CA04}" dt="2020-12-09T12:36:08.387" v="1059" actId="20577"/>
          <ac:spMkLst>
            <pc:docMk/>
            <pc:sldMk cId="1027683915" sldId="379"/>
            <ac:spMk id="2" creationId="{BE1241F0-2F1E-034E-B27E-47452BA8E071}"/>
          </ac:spMkLst>
        </pc:spChg>
        <pc:graphicFrameChg chg="modGraphic">
          <ac:chgData name="Marcus Edwards" userId="d713e305-e102-47f4-b84c-1ee8a75b29d0" providerId="ADAL" clId="{857B16D8-D7E0-1C4F-9AA7-50C0D9A7CA04}" dt="2020-12-09T12:38:32.632" v="1325" actId="2165"/>
          <ac:graphicFrameMkLst>
            <pc:docMk/>
            <pc:sldMk cId="1027683915" sldId="379"/>
            <ac:graphicFrameMk id="4" creationId="{0FE6B5A0-13A3-524C-872E-765C37406865}"/>
          </ac:graphicFrameMkLst>
        </pc:graphicFrameChg>
      </pc:sldChg>
      <pc:sldChg chg="modSp add mod">
        <pc:chgData name="Marcus Edwards" userId="d713e305-e102-47f4-b84c-1ee8a75b29d0" providerId="ADAL" clId="{857B16D8-D7E0-1C4F-9AA7-50C0D9A7CA04}" dt="2020-12-09T12:39:59.764" v="1526" actId="2165"/>
        <pc:sldMkLst>
          <pc:docMk/>
          <pc:sldMk cId="711037097" sldId="380"/>
        </pc:sldMkLst>
        <pc:spChg chg="mod">
          <ac:chgData name="Marcus Edwards" userId="d713e305-e102-47f4-b84c-1ee8a75b29d0" providerId="ADAL" clId="{857B16D8-D7E0-1C4F-9AA7-50C0D9A7CA04}" dt="2020-12-09T12:38:46.143" v="1348" actId="20577"/>
          <ac:spMkLst>
            <pc:docMk/>
            <pc:sldMk cId="711037097" sldId="380"/>
            <ac:spMk id="2" creationId="{BE1241F0-2F1E-034E-B27E-47452BA8E071}"/>
          </ac:spMkLst>
        </pc:spChg>
        <pc:graphicFrameChg chg="modGraphic">
          <ac:chgData name="Marcus Edwards" userId="d713e305-e102-47f4-b84c-1ee8a75b29d0" providerId="ADAL" clId="{857B16D8-D7E0-1C4F-9AA7-50C0D9A7CA04}" dt="2020-12-09T12:39:59.764" v="1526" actId="2165"/>
          <ac:graphicFrameMkLst>
            <pc:docMk/>
            <pc:sldMk cId="711037097" sldId="380"/>
            <ac:graphicFrameMk id="4" creationId="{0FE6B5A0-13A3-524C-872E-765C37406865}"/>
          </ac:graphicFrameMkLst>
        </pc:graphicFrameChg>
      </pc:sldChg>
      <pc:sldChg chg="modSp add mod">
        <pc:chgData name="Marcus Edwards" userId="d713e305-e102-47f4-b84c-1ee8a75b29d0" providerId="ADAL" clId="{857B16D8-D7E0-1C4F-9AA7-50C0D9A7CA04}" dt="2020-12-09T12:49:16.417" v="1760" actId="2165"/>
        <pc:sldMkLst>
          <pc:docMk/>
          <pc:sldMk cId="3799949346" sldId="381"/>
        </pc:sldMkLst>
        <pc:spChg chg="mod">
          <ac:chgData name="Marcus Edwards" userId="d713e305-e102-47f4-b84c-1ee8a75b29d0" providerId="ADAL" clId="{857B16D8-D7E0-1C4F-9AA7-50C0D9A7CA04}" dt="2020-12-09T12:48:07.260" v="1559" actId="20577"/>
          <ac:spMkLst>
            <pc:docMk/>
            <pc:sldMk cId="3799949346" sldId="381"/>
            <ac:spMk id="2" creationId="{BE1241F0-2F1E-034E-B27E-47452BA8E071}"/>
          </ac:spMkLst>
        </pc:spChg>
        <pc:graphicFrameChg chg="mod modGraphic">
          <ac:chgData name="Marcus Edwards" userId="d713e305-e102-47f4-b84c-1ee8a75b29d0" providerId="ADAL" clId="{857B16D8-D7E0-1C4F-9AA7-50C0D9A7CA04}" dt="2020-12-09T12:49:16.417" v="1760" actId="2165"/>
          <ac:graphicFrameMkLst>
            <pc:docMk/>
            <pc:sldMk cId="3799949346" sldId="381"/>
            <ac:graphicFrameMk id="4" creationId="{0FE6B5A0-13A3-524C-872E-765C37406865}"/>
          </ac:graphicFrameMkLst>
        </pc:graphicFrameChg>
      </pc:sldChg>
    </pc:docChg>
  </pc:docChgLst>
  <pc:docChgLst>
    <pc:chgData name="Marcus Edwards" userId="d713e305-e102-47f4-b84c-1ee8a75b29d0" providerId="ADAL" clId="{9C0782E4-4C8D-2B46-B42A-5C6F88654DA8}"/>
    <pc:docChg chg="modSld addSection modSection">
      <pc:chgData name="Marcus Edwards" userId="d713e305-e102-47f4-b84c-1ee8a75b29d0" providerId="ADAL" clId="{9C0782E4-4C8D-2B46-B42A-5C6F88654DA8}" dt="2020-11-11T12:16:37.928" v="124" actId="20577"/>
      <pc:docMkLst>
        <pc:docMk/>
      </pc:docMkLst>
      <pc:sldChg chg="modSp mod">
        <pc:chgData name="Marcus Edwards" userId="d713e305-e102-47f4-b84c-1ee8a75b29d0" providerId="ADAL" clId="{9C0782E4-4C8D-2B46-B42A-5C6F88654DA8}" dt="2020-11-11T12:16:37.928" v="124" actId="20577"/>
        <pc:sldMkLst>
          <pc:docMk/>
          <pc:sldMk cId="3811430928" sldId="350"/>
        </pc:sldMkLst>
        <pc:spChg chg="mod">
          <ac:chgData name="Marcus Edwards" userId="d713e305-e102-47f4-b84c-1ee8a75b29d0" providerId="ADAL" clId="{9C0782E4-4C8D-2B46-B42A-5C6F88654DA8}" dt="2020-11-11T12:16:37.928" v="124" actId="20577"/>
          <ac:spMkLst>
            <pc:docMk/>
            <pc:sldMk cId="3811430928" sldId="350"/>
            <ac:spMk id="3" creationId="{00000000-0000-0000-0000-000000000000}"/>
          </ac:spMkLst>
        </pc:spChg>
      </pc:sldChg>
      <pc:sldChg chg="modSp mod">
        <pc:chgData name="Marcus Edwards" userId="d713e305-e102-47f4-b84c-1ee8a75b29d0" providerId="ADAL" clId="{9C0782E4-4C8D-2B46-B42A-5C6F88654DA8}" dt="2020-10-16T16:13:52.752" v="39" actId="20577"/>
        <pc:sldMkLst>
          <pc:docMk/>
          <pc:sldMk cId="3475496791" sldId="372"/>
        </pc:sldMkLst>
        <pc:spChg chg="mod">
          <ac:chgData name="Marcus Edwards" userId="d713e305-e102-47f4-b84c-1ee8a75b29d0" providerId="ADAL" clId="{9C0782E4-4C8D-2B46-B42A-5C6F88654DA8}" dt="2020-10-16T16:13:52.752" v="39" actId="20577"/>
          <ac:spMkLst>
            <pc:docMk/>
            <pc:sldMk cId="3475496791" sldId="372"/>
            <ac:spMk id="5" creationId="{0B9032CB-035B-014E-BD5B-BB719E210EE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63E295-345A-EC4B-9F1D-2F0A42EACD60}" type="datetimeFigureOut">
              <a:rPr lang="en-US" smtClean="0"/>
              <a:t>12/9/20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619D6-E646-234E-84F5-6A2E3B8AC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83937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015F3-BD29-154F-B5A6-B0809F0C39E0}" type="datetimeFigureOut">
              <a:rPr lang="en-US" smtClean="0"/>
              <a:t>12/9/20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7F15A1-762E-3242-BF3A-E1B71DAA62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2004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6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35080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147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3560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8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6005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4047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732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55131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6640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7F15A1-762E-3242-BF3A-E1B71DAA629F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3987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7251" y="1628"/>
            <a:ext cx="506246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35902B22-8956-46D5-824C-D7C7DC1E9C2E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9 December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83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Magenta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sp>
        <p:nvSpPr>
          <p:cNvPr id="17" name="Subtitle 2"/>
          <p:cNvSpPr txBox="1">
            <a:spLocks/>
          </p:cNvSpPr>
          <p:nvPr userDrawn="1"/>
        </p:nvSpPr>
        <p:spPr>
          <a:xfrm>
            <a:off x="2187105" y="3263556"/>
            <a:ext cx="6858000" cy="175591"/>
          </a:xfrm>
          <a:prstGeom prst="rect">
            <a:avLst/>
          </a:prstGeom>
        </p:spPr>
        <p:txBody>
          <a:bodyPr vert="horz" lIns="68580" tIns="34290" rIns="68580" bIns="3429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rgbClr val="B5217E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t>Denise Duncan / Director, Enablement Services / </a:t>
            </a:r>
            <a:fld id="{E354890E-E41F-4ECD-B53C-931DF6A975CF}" type="datetime3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395A"/>
                </a:solidFill>
                <a:effectLst/>
                <a:uLnTx/>
                <a:uFillTx/>
                <a:latin typeface="Calibri Light" charset="0"/>
                <a:ea typeface="Calibri Light" charset="0"/>
                <a:cs typeface="Calibri Light" charset="0"/>
              </a:rPr>
              <a:pPr marL="0" marR="0" lvl="0" indent="0" algn="r" defTabSz="685800" rtl="0" eaLnBrk="1" fontAlgn="auto" latinLnBrk="0" hangingPunct="1">
                <a:lnSpc>
                  <a:spcPct val="90000"/>
                </a:lnSpc>
                <a:spcBef>
                  <a:spcPts val="750"/>
                </a:spcBef>
                <a:spcAft>
                  <a:spcPts val="0"/>
                </a:spcAft>
                <a:buClrTx/>
                <a:buSzTx/>
                <a:buFont typeface="Arial"/>
                <a:buNone/>
                <a:tabLst/>
                <a:defRPr/>
              </a:pPr>
              <a:t>9 December 2020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395A"/>
              </a:solidFill>
              <a:effectLst/>
              <a:uLnTx/>
              <a:uFillTx/>
              <a:latin typeface="Calibri Light" charset="0"/>
              <a:ea typeface="Calibri Light" charset="0"/>
              <a:cs typeface="Calibri Light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B5217E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551970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creen Blue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ezoid 11"/>
          <p:cNvSpPr/>
          <p:nvPr userDrawn="1"/>
        </p:nvSpPr>
        <p:spPr>
          <a:xfrm>
            <a:off x="-23470" y="-1113"/>
            <a:ext cx="4590839" cy="5152587"/>
          </a:xfrm>
          <a:custGeom>
            <a:avLst/>
            <a:gdLst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254681 w 4339575"/>
              <a:gd name="connsiteY2" fmla="*/ 0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0 w 4339575"/>
              <a:gd name="connsiteY0" fmla="*/ 7024255 h 7024255"/>
              <a:gd name="connsiteX1" fmla="*/ 1084894 w 4339575"/>
              <a:gd name="connsiteY1" fmla="*/ 0 h 7024255"/>
              <a:gd name="connsiteX2" fmla="*/ 3305481 w 4339575"/>
              <a:gd name="connsiteY2" fmla="*/ 135466 h 7024255"/>
              <a:gd name="connsiteX3" fmla="*/ 4339575 w 4339575"/>
              <a:gd name="connsiteY3" fmla="*/ 7024255 h 7024255"/>
              <a:gd name="connsiteX4" fmla="*/ 0 w 4339575"/>
              <a:gd name="connsiteY4" fmla="*/ 7024255 h 7024255"/>
              <a:gd name="connsiteX0" fmla="*/ 1150306 w 5489881"/>
              <a:gd name="connsiteY0" fmla="*/ 6888789 h 6888789"/>
              <a:gd name="connsiteX1" fmla="*/ 0 w 5489881"/>
              <a:gd name="connsiteY1" fmla="*/ 135468 h 6888789"/>
              <a:gd name="connsiteX2" fmla="*/ 4455787 w 5489881"/>
              <a:gd name="connsiteY2" fmla="*/ 0 h 6888789"/>
              <a:gd name="connsiteX3" fmla="*/ 5489881 w 5489881"/>
              <a:gd name="connsiteY3" fmla="*/ 6888789 h 6888789"/>
              <a:gd name="connsiteX4" fmla="*/ 1150306 w 5489881"/>
              <a:gd name="connsiteY4" fmla="*/ 6888789 h 6888789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4472720 w 5489881"/>
              <a:gd name="connsiteY2" fmla="*/ 33865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389920 w 5489881"/>
              <a:gd name="connsiteY2" fmla="*/ 50799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728587 w 5489881"/>
              <a:gd name="connsiteY2" fmla="*/ 33866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5489881"/>
              <a:gd name="connsiteY0" fmla="*/ 6787188 h 6787188"/>
              <a:gd name="connsiteX1" fmla="*/ 0 w 5489881"/>
              <a:gd name="connsiteY1" fmla="*/ 33867 h 6787188"/>
              <a:gd name="connsiteX2" fmla="*/ 2711654 w 5489881"/>
              <a:gd name="connsiteY2" fmla="*/ 0 h 6787188"/>
              <a:gd name="connsiteX3" fmla="*/ 5489881 w 5489881"/>
              <a:gd name="connsiteY3" fmla="*/ 6787188 h 6787188"/>
              <a:gd name="connsiteX4" fmla="*/ 1150306 w 5489881"/>
              <a:gd name="connsiteY4" fmla="*/ 6787188 h 6787188"/>
              <a:gd name="connsiteX0" fmla="*/ 1150306 w 5489881"/>
              <a:gd name="connsiteY0" fmla="*/ 6753321 h 6753321"/>
              <a:gd name="connsiteX1" fmla="*/ 0 w 5489881"/>
              <a:gd name="connsiteY1" fmla="*/ 0 h 6753321"/>
              <a:gd name="connsiteX2" fmla="*/ 2677787 w 5489881"/>
              <a:gd name="connsiteY2" fmla="*/ 16933 h 6753321"/>
              <a:gd name="connsiteX3" fmla="*/ 5489881 w 5489881"/>
              <a:gd name="connsiteY3" fmla="*/ 6753321 h 6753321"/>
              <a:gd name="connsiteX4" fmla="*/ 1150306 w 5489881"/>
              <a:gd name="connsiteY4" fmla="*/ 6753321 h 6753321"/>
              <a:gd name="connsiteX0" fmla="*/ 1150306 w 6268815"/>
              <a:gd name="connsiteY0" fmla="*/ 6753321 h 6973454"/>
              <a:gd name="connsiteX1" fmla="*/ 0 w 6268815"/>
              <a:gd name="connsiteY1" fmla="*/ 0 h 6973454"/>
              <a:gd name="connsiteX2" fmla="*/ 2677787 w 6268815"/>
              <a:gd name="connsiteY2" fmla="*/ 16933 h 6973454"/>
              <a:gd name="connsiteX3" fmla="*/ 6268815 w 6268815"/>
              <a:gd name="connsiteY3" fmla="*/ 6973454 h 6973454"/>
              <a:gd name="connsiteX4" fmla="*/ 1150306 w 6268815"/>
              <a:gd name="connsiteY4" fmla="*/ 6753321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678947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269975"/>
              <a:gd name="connsiteY0" fmla="*/ 6939587 h 6973454"/>
              <a:gd name="connsiteX1" fmla="*/ 1160 w 6269975"/>
              <a:gd name="connsiteY1" fmla="*/ 0 h 6973454"/>
              <a:gd name="connsiteX2" fmla="*/ 2593886 w 6269975"/>
              <a:gd name="connsiteY2" fmla="*/ 16933 h 6973454"/>
              <a:gd name="connsiteX3" fmla="*/ 6269975 w 6269975"/>
              <a:gd name="connsiteY3" fmla="*/ 6973454 h 6973454"/>
              <a:gd name="connsiteX4" fmla="*/ 0 w 6269975"/>
              <a:gd name="connsiteY4" fmla="*/ 6939587 h 6973454"/>
              <a:gd name="connsiteX0" fmla="*/ 0 w 6121119"/>
              <a:gd name="connsiteY0" fmla="*/ 6939587 h 6984196"/>
              <a:gd name="connsiteX1" fmla="*/ 1160 w 6121119"/>
              <a:gd name="connsiteY1" fmla="*/ 0 h 6984196"/>
              <a:gd name="connsiteX2" fmla="*/ 2593886 w 6121119"/>
              <a:gd name="connsiteY2" fmla="*/ 16933 h 6984196"/>
              <a:gd name="connsiteX3" fmla="*/ 6121119 w 6121119"/>
              <a:gd name="connsiteY3" fmla="*/ 6984196 h 6984196"/>
              <a:gd name="connsiteX4" fmla="*/ 0 w 6121119"/>
              <a:gd name="connsiteY4" fmla="*/ 693958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592729 w 6119962"/>
              <a:gd name="connsiteY2" fmla="*/ 16933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41374 w 6119962"/>
              <a:gd name="connsiteY0" fmla="*/ 6982557 h 6984196"/>
              <a:gd name="connsiteX1" fmla="*/ 3 w 6119962"/>
              <a:gd name="connsiteY1" fmla="*/ 0 h 6984196"/>
              <a:gd name="connsiteX2" fmla="*/ 2624626 w 6119962"/>
              <a:gd name="connsiteY2" fmla="*/ 70647 h 6984196"/>
              <a:gd name="connsiteX3" fmla="*/ 6119962 w 6119962"/>
              <a:gd name="connsiteY3" fmla="*/ 6984196 h 6984196"/>
              <a:gd name="connsiteX4" fmla="*/ 41374 w 6119962"/>
              <a:gd name="connsiteY4" fmla="*/ 6982557 h 6984196"/>
              <a:gd name="connsiteX0" fmla="*/ 20112 w 6098700"/>
              <a:gd name="connsiteY0" fmla="*/ 6939587 h 6941226"/>
              <a:gd name="connsiteX1" fmla="*/ 6 w 6098700"/>
              <a:gd name="connsiteY1" fmla="*/ 0 h 6941226"/>
              <a:gd name="connsiteX2" fmla="*/ 2603364 w 6098700"/>
              <a:gd name="connsiteY2" fmla="*/ 27677 h 6941226"/>
              <a:gd name="connsiteX3" fmla="*/ 6098700 w 6098700"/>
              <a:gd name="connsiteY3" fmla="*/ 6941226 h 6941226"/>
              <a:gd name="connsiteX4" fmla="*/ 20112 w 6098700"/>
              <a:gd name="connsiteY4" fmla="*/ 6939587 h 6941226"/>
              <a:gd name="connsiteX0" fmla="*/ 0 w 6121119"/>
              <a:gd name="connsiteY0" fmla="*/ 6918102 h 6941226"/>
              <a:gd name="connsiteX1" fmla="*/ 22425 w 6121119"/>
              <a:gd name="connsiteY1" fmla="*/ 0 h 6941226"/>
              <a:gd name="connsiteX2" fmla="*/ 2625783 w 6121119"/>
              <a:gd name="connsiteY2" fmla="*/ 27677 h 6941226"/>
              <a:gd name="connsiteX3" fmla="*/ 6121119 w 6121119"/>
              <a:gd name="connsiteY3" fmla="*/ 6941226 h 6941226"/>
              <a:gd name="connsiteX4" fmla="*/ 0 w 6121119"/>
              <a:gd name="connsiteY4" fmla="*/ 6918102 h 6941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21119" h="6941226">
                <a:moveTo>
                  <a:pt x="0" y="6918102"/>
                </a:moveTo>
                <a:cubicBezTo>
                  <a:pt x="387" y="4604906"/>
                  <a:pt x="22038" y="2313196"/>
                  <a:pt x="22425" y="0"/>
                </a:cubicBezTo>
                <a:lnTo>
                  <a:pt x="2625783" y="27677"/>
                </a:lnTo>
                <a:lnTo>
                  <a:pt x="6121119" y="6941226"/>
                </a:lnTo>
                <a:lnTo>
                  <a:pt x="0" y="6918102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rgbClr val="B5217E"/>
                </a:solidFill>
                <a:latin typeface="Calibri" charset="0"/>
              </a:defRPr>
            </a:lvl1pPr>
          </a:lstStyle>
          <a:p>
            <a:r>
              <a:rPr lang="en-US" dirty="0"/>
              <a:t>Example Sale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  <p:sp>
        <p:nvSpPr>
          <p:cNvPr id="20" name="Right Triangle 19"/>
          <p:cNvSpPr/>
          <p:nvPr userDrawn="1"/>
        </p:nvSpPr>
        <p:spPr>
          <a:xfrm rot="10800000" flipH="1">
            <a:off x="-23471" y="-10714"/>
            <a:ext cx="5053583" cy="2760916"/>
          </a:xfrm>
          <a:custGeom>
            <a:avLst/>
            <a:gdLst>
              <a:gd name="connsiteX0" fmla="*/ 0 w 5913047"/>
              <a:gd name="connsiteY0" fmla="*/ 3980599 h 3980599"/>
              <a:gd name="connsiteX1" fmla="*/ 0 w 5913047"/>
              <a:gd name="connsiteY1" fmla="*/ 0 h 3980599"/>
              <a:gd name="connsiteX2" fmla="*/ 5913047 w 5913047"/>
              <a:gd name="connsiteY2" fmla="*/ 3980599 h 3980599"/>
              <a:gd name="connsiteX3" fmla="*/ 0 w 5913047"/>
              <a:gd name="connsiteY3" fmla="*/ 3980599 h 3980599"/>
              <a:gd name="connsiteX0" fmla="*/ 0 w 6956034"/>
              <a:gd name="connsiteY0" fmla="*/ 3980599 h 3980599"/>
              <a:gd name="connsiteX1" fmla="*/ 0 w 6956034"/>
              <a:gd name="connsiteY1" fmla="*/ 0 h 3980599"/>
              <a:gd name="connsiteX2" fmla="*/ 6956034 w 6956034"/>
              <a:gd name="connsiteY2" fmla="*/ 3894874 h 3980599"/>
              <a:gd name="connsiteX3" fmla="*/ 0 w 6956034"/>
              <a:gd name="connsiteY3" fmla="*/ 3980599 h 3980599"/>
              <a:gd name="connsiteX0" fmla="*/ 14288 w 6956034"/>
              <a:gd name="connsiteY0" fmla="*/ 3909162 h 3909162"/>
              <a:gd name="connsiteX1" fmla="*/ 0 w 6956034"/>
              <a:gd name="connsiteY1" fmla="*/ 0 h 3909162"/>
              <a:gd name="connsiteX2" fmla="*/ 6956034 w 6956034"/>
              <a:gd name="connsiteY2" fmla="*/ 3894874 h 3909162"/>
              <a:gd name="connsiteX3" fmla="*/ 14288 w 6956034"/>
              <a:gd name="connsiteY3" fmla="*/ 3909162 h 3909162"/>
              <a:gd name="connsiteX0" fmla="*/ 634 w 6942380"/>
              <a:gd name="connsiteY0" fmla="*/ 3837724 h 3837724"/>
              <a:gd name="connsiteX1" fmla="*/ 14921 w 6942380"/>
              <a:gd name="connsiteY1" fmla="*/ 0 h 3837724"/>
              <a:gd name="connsiteX2" fmla="*/ 6942380 w 6942380"/>
              <a:gd name="connsiteY2" fmla="*/ 3823436 h 3837724"/>
              <a:gd name="connsiteX3" fmla="*/ 634 w 6942380"/>
              <a:gd name="connsiteY3" fmla="*/ 3837724 h 3837724"/>
              <a:gd name="connsiteX0" fmla="*/ 414 w 6942160"/>
              <a:gd name="connsiteY0" fmla="*/ 3709136 h 3709136"/>
              <a:gd name="connsiteX1" fmla="*/ 28989 w 6942160"/>
              <a:gd name="connsiteY1" fmla="*/ 0 h 3709136"/>
              <a:gd name="connsiteX2" fmla="*/ 6942160 w 6942160"/>
              <a:gd name="connsiteY2" fmla="*/ 3694848 h 3709136"/>
              <a:gd name="connsiteX3" fmla="*/ 414 w 6942160"/>
              <a:gd name="connsiteY3" fmla="*/ 3709136 h 3709136"/>
              <a:gd name="connsiteX0" fmla="*/ 414 w 6942160"/>
              <a:gd name="connsiteY0" fmla="*/ 3751998 h 3751998"/>
              <a:gd name="connsiteX1" fmla="*/ 28989 w 6942160"/>
              <a:gd name="connsiteY1" fmla="*/ 0 h 3751998"/>
              <a:gd name="connsiteX2" fmla="*/ 6942160 w 6942160"/>
              <a:gd name="connsiteY2" fmla="*/ 3737710 h 3751998"/>
              <a:gd name="connsiteX3" fmla="*/ 414 w 6942160"/>
              <a:gd name="connsiteY3" fmla="*/ 3751998 h 3751998"/>
              <a:gd name="connsiteX0" fmla="*/ 71438 w 7013184"/>
              <a:gd name="connsiteY0" fmla="*/ 3780573 h 3780573"/>
              <a:gd name="connsiteX1" fmla="*/ 0 w 7013184"/>
              <a:gd name="connsiteY1" fmla="*/ 0 h 3780573"/>
              <a:gd name="connsiteX2" fmla="*/ 7013184 w 7013184"/>
              <a:gd name="connsiteY2" fmla="*/ 3766285 h 3780573"/>
              <a:gd name="connsiteX3" fmla="*/ 71438 w 7013184"/>
              <a:gd name="connsiteY3" fmla="*/ 3780573 h 3780573"/>
              <a:gd name="connsiteX0" fmla="*/ 1374 w 7014558"/>
              <a:gd name="connsiteY0" fmla="*/ 3780573 h 3780573"/>
              <a:gd name="connsiteX1" fmla="*/ 1374 w 7014558"/>
              <a:gd name="connsiteY1" fmla="*/ 0 h 3780573"/>
              <a:gd name="connsiteX2" fmla="*/ 7014558 w 7014558"/>
              <a:gd name="connsiteY2" fmla="*/ 3766285 h 3780573"/>
              <a:gd name="connsiteX3" fmla="*/ 1374 w 7014558"/>
              <a:gd name="connsiteY3" fmla="*/ 3780573 h 3780573"/>
              <a:gd name="connsiteX0" fmla="*/ 1374 w 6334075"/>
              <a:gd name="connsiteY0" fmla="*/ 3780573 h 3798182"/>
              <a:gd name="connsiteX1" fmla="*/ 1374 w 6334075"/>
              <a:gd name="connsiteY1" fmla="*/ 0 h 3798182"/>
              <a:gd name="connsiteX2" fmla="*/ 6334075 w 6334075"/>
              <a:gd name="connsiteY2" fmla="*/ 3798182 h 3798182"/>
              <a:gd name="connsiteX3" fmla="*/ 1374 w 6334075"/>
              <a:gd name="connsiteY3" fmla="*/ 3780573 h 3798182"/>
              <a:gd name="connsiteX0" fmla="*/ 1374 w 5058168"/>
              <a:gd name="connsiteY0" fmla="*/ 3780573 h 3883242"/>
              <a:gd name="connsiteX1" fmla="*/ 1374 w 5058168"/>
              <a:gd name="connsiteY1" fmla="*/ 0 h 3883242"/>
              <a:gd name="connsiteX2" fmla="*/ 5058168 w 5058168"/>
              <a:gd name="connsiteY2" fmla="*/ 3883242 h 3883242"/>
              <a:gd name="connsiteX3" fmla="*/ 1374 w 5058168"/>
              <a:gd name="connsiteY3" fmla="*/ 3780573 h 3883242"/>
              <a:gd name="connsiteX0" fmla="*/ 1374 w 3750363"/>
              <a:gd name="connsiteY0" fmla="*/ 3780573 h 3989567"/>
              <a:gd name="connsiteX1" fmla="*/ 1374 w 3750363"/>
              <a:gd name="connsiteY1" fmla="*/ 0 h 3989567"/>
              <a:gd name="connsiteX2" fmla="*/ 3750363 w 3750363"/>
              <a:gd name="connsiteY2" fmla="*/ 3989567 h 3989567"/>
              <a:gd name="connsiteX3" fmla="*/ 1374 w 3750363"/>
              <a:gd name="connsiteY3" fmla="*/ 3780573 h 3989567"/>
              <a:gd name="connsiteX0" fmla="*/ 1374 w 5515368"/>
              <a:gd name="connsiteY0" fmla="*/ 3780573 h 3780573"/>
              <a:gd name="connsiteX1" fmla="*/ 1374 w 5515368"/>
              <a:gd name="connsiteY1" fmla="*/ 0 h 3780573"/>
              <a:gd name="connsiteX2" fmla="*/ 5515368 w 5515368"/>
              <a:gd name="connsiteY2" fmla="*/ 3745018 h 3780573"/>
              <a:gd name="connsiteX3" fmla="*/ 1374 w 5515368"/>
              <a:gd name="connsiteY3" fmla="*/ 3780573 h 3780573"/>
              <a:gd name="connsiteX0" fmla="*/ 1374 w 7429229"/>
              <a:gd name="connsiteY0" fmla="*/ 3780573 h 3780573"/>
              <a:gd name="connsiteX1" fmla="*/ 1374 w 7429229"/>
              <a:gd name="connsiteY1" fmla="*/ 0 h 3780573"/>
              <a:gd name="connsiteX2" fmla="*/ 7429229 w 7429229"/>
              <a:gd name="connsiteY2" fmla="*/ 3766283 h 3780573"/>
              <a:gd name="connsiteX3" fmla="*/ 1374 w 7429229"/>
              <a:gd name="connsiteY3" fmla="*/ 3780573 h 3780573"/>
              <a:gd name="connsiteX0" fmla="*/ 735 w 7428590"/>
              <a:gd name="connsiteY0" fmla="*/ 4003857 h 4003857"/>
              <a:gd name="connsiteX1" fmla="*/ 11367 w 7428590"/>
              <a:gd name="connsiteY1" fmla="*/ 0 h 4003857"/>
              <a:gd name="connsiteX2" fmla="*/ 7428590 w 7428590"/>
              <a:gd name="connsiteY2" fmla="*/ 3989567 h 4003857"/>
              <a:gd name="connsiteX3" fmla="*/ 735 w 7428590"/>
              <a:gd name="connsiteY3" fmla="*/ 4003857 h 4003857"/>
              <a:gd name="connsiteX0" fmla="*/ 1376 w 7418598"/>
              <a:gd name="connsiteY0" fmla="*/ 3855001 h 3989567"/>
              <a:gd name="connsiteX1" fmla="*/ 1375 w 7418598"/>
              <a:gd name="connsiteY1" fmla="*/ 0 h 3989567"/>
              <a:gd name="connsiteX2" fmla="*/ 7418598 w 7418598"/>
              <a:gd name="connsiteY2" fmla="*/ 3989567 h 3989567"/>
              <a:gd name="connsiteX3" fmla="*/ 1376 w 7418598"/>
              <a:gd name="connsiteY3" fmla="*/ 3855001 h 3989567"/>
              <a:gd name="connsiteX0" fmla="*/ 10634 w 7417223"/>
              <a:gd name="connsiteY0" fmla="*/ 3971960 h 3989567"/>
              <a:gd name="connsiteX1" fmla="*/ 0 w 7417223"/>
              <a:gd name="connsiteY1" fmla="*/ 0 h 3989567"/>
              <a:gd name="connsiteX2" fmla="*/ 7417223 w 7417223"/>
              <a:gd name="connsiteY2" fmla="*/ 3989567 h 3989567"/>
              <a:gd name="connsiteX3" fmla="*/ 10634 w 7417223"/>
              <a:gd name="connsiteY3" fmla="*/ 3971960 h 3989567"/>
              <a:gd name="connsiteX0" fmla="*/ 10634 w 6417762"/>
              <a:gd name="connsiteY0" fmla="*/ 3971960 h 3971960"/>
              <a:gd name="connsiteX1" fmla="*/ 0 w 6417762"/>
              <a:gd name="connsiteY1" fmla="*/ 0 h 3971960"/>
              <a:gd name="connsiteX2" fmla="*/ 6417762 w 6417762"/>
              <a:gd name="connsiteY2" fmla="*/ 3649325 h 3971960"/>
              <a:gd name="connsiteX3" fmla="*/ 10634 w 6417762"/>
              <a:gd name="connsiteY3" fmla="*/ 3971960 h 3971960"/>
              <a:gd name="connsiteX0" fmla="*/ 10634 w 5822339"/>
              <a:gd name="connsiteY0" fmla="*/ 3971960 h 3971960"/>
              <a:gd name="connsiteX1" fmla="*/ 0 w 5822339"/>
              <a:gd name="connsiteY1" fmla="*/ 0 h 3971960"/>
              <a:gd name="connsiteX2" fmla="*/ 5822339 w 5822339"/>
              <a:gd name="connsiteY2" fmla="*/ 2713660 h 3971960"/>
              <a:gd name="connsiteX3" fmla="*/ 10634 w 5822339"/>
              <a:gd name="connsiteY3" fmla="*/ 3971960 h 3971960"/>
              <a:gd name="connsiteX0" fmla="*/ 10634 w 6991920"/>
              <a:gd name="connsiteY0" fmla="*/ 3971960 h 3978934"/>
              <a:gd name="connsiteX1" fmla="*/ 0 w 6991920"/>
              <a:gd name="connsiteY1" fmla="*/ 0 h 3978934"/>
              <a:gd name="connsiteX2" fmla="*/ 6991920 w 6991920"/>
              <a:gd name="connsiteY2" fmla="*/ 3978934 h 3978934"/>
              <a:gd name="connsiteX3" fmla="*/ 10634 w 6991920"/>
              <a:gd name="connsiteY3" fmla="*/ 3971960 h 3978934"/>
              <a:gd name="connsiteX0" fmla="*/ 10634 w 6736738"/>
              <a:gd name="connsiteY0" fmla="*/ 3971960 h 3989566"/>
              <a:gd name="connsiteX1" fmla="*/ 0 w 6736738"/>
              <a:gd name="connsiteY1" fmla="*/ 0 h 3989566"/>
              <a:gd name="connsiteX2" fmla="*/ 6736738 w 6736738"/>
              <a:gd name="connsiteY2" fmla="*/ 3989566 h 3989566"/>
              <a:gd name="connsiteX3" fmla="*/ 10634 w 6736738"/>
              <a:gd name="connsiteY3" fmla="*/ 3971960 h 3989566"/>
              <a:gd name="connsiteX0" fmla="*/ 42532 w 6768636"/>
              <a:gd name="connsiteY0" fmla="*/ 3663615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42532 w 6768636"/>
              <a:gd name="connsiteY3" fmla="*/ 3663615 h 3681221"/>
              <a:gd name="connsiteX0" fmla="*/ 21267 w 6768636"/>
              <a:gd name="connsiteY0" fmla="*/ 3674248 h 3681221"/>
              <a:gd name="connsiteX1" fmla="*/ 0 w 6768636"/>
              <a:gd name="connsiteY1" fmla="*/ 0 h 3681221"/>
              <a:gd name="connsiteX2" fmla="*/ 6768636 w 6768636"/>
              <a:gd name="connsiteY2" fmla="*/ 3681221 h 3681221"/>
              <a:gd name="connsiteX3" fmla="*/ 21267 w 6768636"/>
              <a:gd name="connsiteY3" fmla="*/ 3674248 h 368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68636" h="3681221">
                <a:moveTo>
                  <a:pt x="21267" y="3674248"/>
                </a:moveTo>
                <a:cubicBezTo>
                  <a:pt x="16504" y="2371194"/>
                  <a:pt x="4763" y="1303054"/>
                  <a:pt x="0" y="0"/>
                </a:cubicBezTo>
                <a:lnTo>
                  <a:pt x="6768636" y="3681221"/>
                </a:lnTo>
                <a:lnTo>
                  <a:pt x="21267" y="3674248"/>
                </a:lnTo>
                <a:close/>
              </a:path>
            </a:pathLst>
          </a:custGeom>
          <a:solidFill>
            <a:srgbClr val="00395A"/>
          </a:solidFill>
          <a:ln>
            <a:noFill/>
          </a:ln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just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683951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B5217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62207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divider screen 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Divider Screen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Example subheading text</a:t>
            </a:r>
          </a:p>
        </p:txBody>
      </p:sp>
    </p:spTree>
    <p:extLst>
      <p:ext uri="{BB962C8B-B14F-4D97-AF65-F5344CB8AC3E}">
        <p14:creationId xmlns:p14="http://schemas.microsoft.com/office/powerpoint/2010/main" val="1704354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utline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9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utline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solidFill>
                  <a:srgbClr val="B5217E"/>
                </a:solidFill>
                <a:latin typeface="Calibri" charset="0"/>
                <a:ea typeface="Calibri" charset="0"/>
                <a:cs typeface="Calibri" charset="0"/>
              </a:defRPr>
            </a:lvl1pPr>
          </a:lstStyle>
          <a:p>
            <a:r>
              <a:rPr lang="en-US" dirty="0"/>
              <a:t>Content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18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</a:lstStyle>
          <a:p>
            <a:pPr lvl="0"/>
            <a:r>
              <a:rPr lang="en-US" dirty="0"/>
              <a:t>Lorem </a:t>
            </a:r>
            <a:r>
              <a:rPr lang="en-US" dirty="0" err="1"/>
              <a:t>ispum</a:t>
            </a:r>
            <a:r>
              <a:rPr lang="en-US" dirty="0"/>
              <a:t> dolor</a:t>
            </a:r>
          </a:p>
          <a:p>
            <a:pPr lvl="0"/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endParaRPr lang="en-US" dirty="0"/>
          </a:p>
          <a:p>
            <a:pPr lvl="0"/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</a:p>
          <a:p>
            <a:pPr lvl="0"/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Magna </a:t>
            </a:r>
            <a:r>
              <a:rPr lang="en-US" dirty="0" err="1"/>
              <a:t>aliqua</a:t>
            </a:r>
            <a:endParaRPr lang="en-US" dirty="0"/>
          </a:p>
          <a:p>
            <a:pPr lvl="0"/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38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52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Dark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4" y="0"/>
            <a:ext cx="9143546" cy="5164932"/>
          </a:xfrm>
          <a:prstGeom prst="rect">
            <a:avLst/>
          </a:prstGeom>
          <a:solidFill>
            <a:srgbClr val="00395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105965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77210" y="527909"/>
            <a:ext cx="5990035" cy="3675247"/>
          </a:xfrm>
          <a:prstGeom prst="rect">
            <a:avLst/>
          </a:prstGeom>
        </p:spPr>
      </p:pic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64062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 Screens Light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48510" y="4421701"/>
            <a:ext cx="8047434" cy="342177"/>
          </a:xfrm>
        </p:spPr>
        <p:txBody>
          <a:bodyPr>
            <a:normAutofit/>
          </a:bodyPr>
          <a:lstStyle>
            <a:lvl1pPr marL="0" indent="0" algn="l">
              <a:buNone/>
              <a:defRPr sz="1200" b="0" i="0">
                <a:solidFill>
                  <a:srgbClr val="00395A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</a:t>
            </a:r>
            <a:r>
              <a:rPr lang="en-US" dirty="0" err="1"/>
              <a:t>dolore</a:t>
            </a:r>
            <a:r>
              <a:rPr lang="en-US" dirty="0"/>
              <a:t>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548510" y="342898"/>
            <a:ext cx="8047434" cy="39754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450056" y="4303827"/>
            <a:ext cx="82296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5806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 w/ PS Graphic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277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3480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hankyou Screen">
    <p:bg>
      <p:bgPr>
        <a:solidFill>
          <a:schemeClr val="bg1">
            <a:alpha val="7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/>
          <p:nvPr userDrawn="1"/>
        </p:nvSpPr>
        <p:spPr>
          <a:xfrm>
            <a:off x="454" y="-10716"/>
            <a:ext cx="9143546" cy="5164932"/>
          </a:xfrm>
          <a:custGeom>
            <a:avLst/>
            <a:gdLst>
              <a:gd name="connsiteX0" fmla="*/ 0 w 12191395"/>
              <a:gd name="connsiteY0" fmla="*/ 0 h 6886576"/>
              <a:gd name="connsiteX1" fmla="*/ 12191395 w 12191395"/>
              <a:gd name="connsiteY1" fmla="*/ 0 h 6886576"/>
              <a:gd name="connsiteX2" fmla="*/ 12191395 w 12191395"/>
              <a:gd name="connsiteY2" fmla="*/ 6886576 h 6886576"/>
              <a:gd name="connsiteX3" fmla="*/ 0 w 12191395"/>
              <a:gd name="connsiteY3" fmla="*/ 6886576 h 6886576"/>
              <a:gd name="connsiteX4" fmla="*/ 0 w 12191395"/>
              <a:gd name="connsiteY4" fmla="*/ 0 h 6886576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91395 w 12191395"/>
              <a:gd name="connsiteY2" fmla="*/ 6900863 h 6900863"/>
              <a:gd name="connsiteX3" fmla="*/ 0 w 12191395"/>
              <a:gd name="connsiteY3" fmla="*/ 6900863 h 6900863"/>
              <a:gd name="connsiteX4" fmla="*/ 0 w 12191395"/>
              <a:gd name="connsiteY4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9900633 w 12191395"/>
              <a:gd name="connsiteY2" fmla="*/ 2871788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14287 h 6900863"/>
              <a:gd name="connsiteX1" fmla="*/ 8276620 w 12191395"/>
              <a:gd name="connsiteY1" fmla="*/ 0 h 6900863"/>
              <a:gd name="connsiteX2" fmla="*/ 12186633 w 12191395"/>
              <a:gd name="connsiteY2" fmla="*/ 2828926 h 6900863"/>
              <a:gd name="connsiteX3" fmla="*/ 12191395 w 12191395"/>
              <a:gd name="connsiteY3" fmla="*/ 6900863 h 6900863"/>
              <a:gd name="connsiteX4" fmla="*/ 0 w 12191395"/>
              <a:gd name="connsiteY4" fmla="*/ 6900863 h 6900863"/>
              <a:gd name="connsiteX5" fmla="*/ 0 w 12191395"/>
              <a:gd name="connsiteY5" fmla="*/ 14287 h 6900863"/>
              <a:gd name="connsiteX0" fmla="*/ 0 w 12191395"/>
              <a:gd name="connsiteY0" fmla="*/ 0 h 6886576"/>
              <a:gd name="connsiteX1" fmla="*/ 7505095 w 12191395"/>
              <a:gd name="connsiteY1" fmla="*/ 14288 h 6886576"/>
              <a:gd name="connsiteX2" fmla="*/ 12186633 w 12191395"/>
              <a:gd name="connsiteY2" fmla="*/ 2814639 h 6886576"/>
              <a:gd name="connsiteX3" fmla="*/ 12191395 w 12191395"/>
              <a:gd name="connsiteY3" fmla="*/ 6886576 h 6886576"/>
              <a:gd name="connsiteX4" fmla="*/ 0 w 12191395"/>
              <a:gd name="connsiteY4" fmla="*/ 6886576 h 6886576"/>
              <a:gd name="connsiteX5" fmla="*/ 0 w 12191395"/>
              <a:gd name="connsiteY5" fmla="*/ 0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395" h="6886576">
                <a:moveTo>
                  <a:pt x="0" y="0"/>
                </a:moveTo>
                <a:lnTo>
                  <a:pt x="7505095" y="14288"/>
                </a:lnTo>
                <a:lnTo>
                  <a:pt x="12186633" y="2814639"/>
                </a:lnTo>
                <a:cubicBezTo>
                  <a:pt x="12188220" y="4171951"/>
                  <a:pt x="12189808" y="5529264"/>
                  <a:pt x="12191395" y="6886576"/>
                </a:cubicBezTo>
                <a:lnTo>
                  <a:pt x="0" y="6886576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38000"/>
                      </a14:imgEffect>
                    </a14:imgLayer>
                  </a14:imgProps>
                </a:ext>
              </a:extLst>
            </a:blip>
            <a:srcRect/>
            <a:tile tx="0" ty="0" sx="70000" sy="7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182533" y="1899103"/>
            <a:ext cx="6858000" cy="840248"/>
          </a:xfrm>
        </p:spPr>
        <p:txBody>
          <a:bodyPr anchor="b">
            <a:normAutofit/>
          </a:bodyPr>
          <a:lstStyle>
            <a:lvl1pPr algn="r">
              <a:defRPr sz="3300" b="0" i="0" baseline="0">
                <a:ln>
                  <a:noFill/>
                </a:ln>
                <a:solidFill>
                  <a:schemeClr val="bg1"/>
                </a:solidFill>
                <a:latin typeface="Calibri" charset="0"/>
              </a:defRPr>
            </a:lvl1pPr>
          </a:lstStyle>
          <a:p>
            <a:r>
              <a:rPr lang="en-US" dirty="0"/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182533" y="2739351"/>
            <a:ext cx="6858000" cy="342177"/>
          </a:xfrm>
        </p:spPr>
        <p:txBody>
          <a:bodyPr/>
          <a:lstStyle>
            <a:lvl1pPr marL="0" indent="0" algn="r">
              <a:buNone/>
              <a:defRPr sz="1800" b="0" i="0">
                <a:solidFill>
                  <a:schemeClr val="bg1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 err="1"/>
              <a:t>www.crownpeak.com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1776" y="643952"/>
            <a:ext cx="1611608" cy="30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6256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195397-5482-F245-8ABB-32E8412BBEEF}" type="slidenum">
              <a:rPr kumimoji="0" lang="en-US" sz="1350" b="0" i="0" u="none" strike="noStrike" kern="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</a:rPr>
              <a:pPr marL="0" marR="0" lvl="0" indent="0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350" b="0" i="0" u="none" strike="noStrike" kern="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39427" y="311718"/>
            <a:ext cx="7018952" cy="228524"/>
          </a:xfrm>
        </p:spPr>
        <p:txBody>
          <a:bodyPr wrap="square" lIns="0" tIns="0" rIns="0" bIns="0">
            <a:spAutoFit/>
          </a:bodyPr>
          <a:lstStyle>
            <a:lvl1pPr>
              <a:defRPr sz="1650" b="1">
                <a:solidFill>
                  <a:schemeClr val="accent1"/>
                </a:solidFill>
              </a:defRPr>
            </a:lvl1pPr>
            <a:lvl2pPr>
              <a:defRPr sz="1650"/>
            </a:lvl2pPr>
            <a:lvl3pPr>
              <a:defRPr sz="1650"/>
            </a:lvl3pPr>
            <a:lvl4pPr>
              <a:defRPr sz="1650"/>
            </a:lvl4pPr>
            <a:lvl5pPr>
              <a:defRPr sz="165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339427" y="100798"/>
            <a:ext cx="7018952" cy="220445"/>
          </a:xfrm>
        </p:spPr>
        <p:txBody>
          <a:bodyPr/>
          <a:lstStyle>
            <a:lvl1pPr>
              <a:defRPr b="1">
                <a:solidFill>
                  <a:srgbClr val="68707A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457200" y="957613"/>
            <a:ext cx="8229600" cy="33944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98685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E68DA93-349A-FE4F-9D40-97DBBA2B1A4C}" type="datetimeFigureOut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l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12/9/20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ct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685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3534DDC-89ED-2A40-BF57-81CE12B188D6}" type="slidenum">
              <a:rPr kumimoji="0" lang="en-US" sz="900" b="0" i="0" u="none" strike="noStrike" kern="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</a:rPr>
              <a:pPr marL="0" marR="0" lvl="0" indent="0" algn="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3354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Developer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Modular Templates Lab</a:t>
            </a:r>
          </a:p>
        </p:txBody>
      </p:sp>
      <p:sp>
        <p:nvSpPr>
          <p:cNvPr id="4" name="Subtitle 3"/>
          <p:cNvSpPr txBox="1">
            <a:spLocks/>
          </p:cNvSpPr>
          <p:nvPr/>
        </p:nvSpPr>
        <p:spPr>
          <a:xfrm>
            <a:off x="4434242" y="3233928"/>
            <a:ext cx="4606291" cy="1101129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>
            <a:normAutofit/>
          </a:bodyPr>
          <a:lstStyle>
            <a:lvl1pPr marL="0" indent="0" algn="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1800" b="0" i="0" kern="1200">
                <a:solidFill>
                  <a:srgbClr val="B5217E"/>
                </a:solidFill>
                <a:latin typeface="Calibri Light" charset="0"/>
                <a:ea typeface="Calibri Light" charset="0"/>
                <a:cs typeface="Calibri Light" charset="0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7570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Motivation</a:t>
            </a:r>
          </a:p>
          <a:p>
            <a:pPr lvl="1"/>
            <a:r>
              <a:rPr lang="en-GB" dirty="0"/>
              <a:t>Create templates that are less rigid in their structure</a:t>
            </a:r>
          </a:p>
          <a:p>
            <a:pPr lvl="1"/>
            <a:r>
              <a:rPr lang="en-GB" dirty="0"/>
              <a:t>Reuse sections/components</a:t>
            </a:r>
          </a:p>
          <a:p>
            <a:pPr lvl="1"/>
            <a:endParaRPr lang="en-GB" dirty="0"/>
          </a:p>
          <a:p>
            <a:r>
              <a:rPr lang="en-GB" dirty="0"/>
              <a:t>What about drag-and-drop?</a:t>
            </a:r>
          </a:p>
          <a:p>
            <a:pPr lvl="1"/>
            <a:r>
              <a:rPr lang="en-GB" dirty="0" err="1"/>
              <a:t>DnD</a:t>
            </a:r>
            <a:r>
              <a:rPr lang="en-GB" dirty="0"/>
              <a:t> is only available for Component Library-based projects</a:t>
            </a:r>
          </a:p>
        </p:txBody>
      </p:sp>
    </p:spTree>
    <p:extLst>
      <p:ext uri="{BB962C8B-B14F-4D97-AF65-F5344CB8AC3E}">
        <p14:creationId xmlns:p14="http://schemas.microsoft.com/office/powerpoint/2010/main" val="3811430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Part 1 – Section Builder</a:t>
            </a:r>
          </a:p>
          <a:p>
            <a:pPr lvl="1"/>
            <a:r>
              <a:rPr lang="en-GB" dirty="0"/>
              <a:t>Overview of the section builder pattern</a:t>
            </a:r>
          </a:p>
          <a:p>
            <a:pPr lvl="1"/>
            <a:r>
              <a:rPr lang="en-GB" dirty="0"/>
              <a:t>Create basic sections/components</a:t>
            </a:r>
          </a:p>
          <a:p>
            <a:pPr lvl="1"/>
            <a:r>
              <a:rPr lang="en-GB" dirty="0"/>
              <a:t>Create section builder component</a:t>
            </a:r>
          </a:p>
          <a:p>
            <a:pPr marL="342900" lvl="1" indent="0">
              <a:buNone/>
            </a:pPr>
            <a:endParaRPr lang="en-GB" dirty="0"/>
          </a:p>
          <a:p>
            <a:r>
              <a:rPr lang="en-GB" dirty="0"/>
              <a:t>Part 2 – </a:t>
            </a:r>
            <a:r>
              <a:rPr lang="en-GB" dirty="0" err="1"/>
              <a:t>FormSelector</a:t>
            </a:r>
            <a:r>
              <a:rPr lang="en-GB" dirty="0"/>
              <a:t> Control</a:t>
            </a:r>
          </a:p>
          <a:p>
            <a:pPr lvl="1"/>
            <a:r>
              <a:rPr lang="en-GB" dirty="0"/>
              <a:t>Overview of the </a:t>
            </a:r>
            <a:r>
              <a:rPr lang="en-GB" dirty="0" err="1"/>
              <a:t>FormSelector</a:t>
            </a:r>
            <a:r>
              <a:rPr lang="en-GB" dirty="0"/>
              <a:t> control</a:t>
            </a:r>
          </a:p>
          <a:p>
            <a:pPr lvl="1"/>
            <a:r>
              <a:rPr lang="en-GB" dirty="0"/>
              <a:t>Create template using </a:t>
            </a:r>
            <a:r>
              <a:rPr lang="en-GB" dirty="0" err="1"/>
              <a:t>FormSelector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92020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87FA9-D94A-B944-AC79-C3ADAD1AC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1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032CB-035B-014E-BD5B-BB719E21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Section Builder</a:t>
            </a:r>
          </a:p>
        </p:txBody>
      </p:sp>
    </p:spTree>
    <p:extLst>
      <p:ext uri="{BB962C8B-B14F-4D97-AF65-F5344CB8AC3E}">
        <p14:creationId xmlns:p14="http://schemas.microsoft.com/office/powerpoint/2010/main" val="2188516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Three building blocks</a:t>
            </a:r>
          </a:p>
          <a:p>
            <a:pPr lvl="1"/>
            <a:r>
              <a:rPr lang="en-GB" dirty="0"/>
              <a:t>Input form component</a:t>
            </a:r>
          </a:p>
          <a:p>
            <a:pPr lvl="2"/>
            <a:r>
              <a:rPr lang="en-GB" strike="sngStrike" dirty="0" err="1"/>
              <a:t>DropDownContainer</a:t>
            </a:r>
            <a:endParaRPr lang="en-GB" strike="sngStrike" dirty="0"/>
          </a:p>
          <a:p>
            <a:pPr lvl="2"/>
            <a:r>
              <a:rPr lang="en-GB" dirty="0" err="1"/>
              <a:t>ShowFormSelector</a:t>
            </a:r>
            <a:endParaRPr lang="en-GB" dirty="0"/>
          </a:p>
          <a:p>
            <a:pPr lvl="1"/>
            <a:r>
              <a:rPr lang="en-GB" dirty="0"/>
              <a:t>Sections/Components</a:t>
            </a:r>
            <a:br>
              <a:rPr lang="en-GB" dirty="0"/>
            </a:br>
            <a:r>
              <a:rPr lang="en-GB" dirty="0"/>
              <a:t>(doesn’t have to be Component Library but it is easier if you do)</a:t>
            </a:r>
          </a:p>
          <a:p>
            <a:pPr lvl="1"/>
            <a:r>
              <a:rPr lang="en-GB" dirty="0"/>
              <a:t>List panel</a:t>
            </a:r>
          </a:p>
          <a:p>
            <a:pPr marL="3429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2081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DropDownContainer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dirty="0"/>
              <a:t>Renders a dropdown selector</a:t>
            </a:r>
          </a:p>
          <a:p>
            <a:r>
              <a:rPr lang="en-GB" dirty="0"/>
              <a:t>User selection in the dropdown will show the controls associated with the choice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E09C0A-7CF4-4F43-A67A-56BE3911CB7F}"/>
              </a:ext>
            </a:extLst>
          </p:cNvPr>
          <p:cNvSpPr txBox="1"/>
          <p:nvPr/>
        </p:nvSpPr>
        <p:spPr>
          <a:xfrm>
            <a:off x="2406912" y="2571750"/>
            <a:ext cx="4330175" cy="1754326"/>
          </a:xfrm>
          <a:prstGeom prst="rect">
            <a:avLst/>
          </a:prstGeom>
          <a:solidFill>
            <a:srgbClr val="FFFF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❱ ❱ ❱ ❱ ❱ WARNING ❰ ❰ ❰ ❰ ❰</a:t>
            </a:r>
          </a:p>
          <a:p>
            <a:pPr algn="ctr"/>
            <a:r>
              <a:rPr lang="en-US" dirty="0" err="1"/>
              <a:t>DropDownContainer</a:t>
            </a:r>
            <a:r>
              <a:rPr lang="en-US" dirty="0"/>
              <a:t> renders</a:t>
            </a:r>
            <a:br>
              <a:rPr lang="en-US" dirty="0"/>
            </a:br>
            <a:r>
              <a:rPr lang="en-US" b="1" dirty="0"/>
              <a:t>ALL</a:t>
            </a:r>
            <a:r>
              <a:rPr lang="en-US" dirty="0"/>
              <a:t> the input controls for </a:t>
            </a:r>
            <a:r>
              <a:rPr lang="en-US" b="1" dirty="0"/>
              <a:t>ALL</a:t>
            </a:r>
            <a:r>
              <a:rPr lang="en-US" dirty="0"/>
              <a:t> components.</a:t>
            </a:r>
            <a:br>
              <a:rPr lang="en-US" dirty="0"/>
            </a:br>
            <a:r>
              <a:rPr lang="en-US" dirty="0"/>
              <a:t>This can lead to performance problems on assets with many components and/or a long list of sections.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B7D9F82-EAB7-9E47-BEA8-492930D6ED7C}"/>
              </a:ext>
            </a:extLst>
          </p:cNvPr>
          <p:cNvGrpSpPr/>
          <p:nvPr/>
        </p:nvGrpSpPr>
        <p:grpSpPr>
          <a:xfrm>
            <a:off x="0" y="0"/>
            <a:ext cx="9144001" cy="525985"/>
            <a:chOff x="0" y="-7687"/>
            <a:chExt cx="9144001" cy="525985"/>
          </a:xfrm>
        </p:grpSpPr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5EB9BB4-F731-D947-A681-8C07F793D2A5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4832C461-EF2E-9248-8D7F-B84ED3F7E291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E372B26-1FEE-244A-B9A2-E9617A1365D4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3086203E-4519-3F42-87D4-8C0A2DFE0622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F9B77A14-2A03-BA4C-955F-675D3F8E2400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DD22031-FB71-BE4D-A732-294B59E9C048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4305ABA-27D7-6E4F-8B78-49D1F8395D97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B04EC61-11BD-D74C-B8C5-4A854F203647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78D0749E-0439-BE4D-9917-20037D361AFB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5505A057-1E3C-AE46-96D4-FE567CCD1E3A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F35E9ED2-390E-4E42-B2CB-337DE50FA3C1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B1B60E4-7706-E749-8DA7-04C4A4450BDA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455FB92-06DE-204F-A2C7-5B86CA368DF2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C7D6EB4-DD60-A847-9084-FD59EDB17A1F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A41B04C-52D8-5045-B1E4-7C4BBD87300E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7EFCD87-CA46-2440-A1D6-890BECFD535F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317A269F-6B53-DB49-8C10-1742157DAE7A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647FE71F-131B-E34C-A9DD-2ED3561D88E6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8C3C305-E376-4845-BF9A-2CD17D85D3D7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94DAB90F-9BAE-7B4A-AD09-BCB02B861326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81EA649-F725-D04F-BDE2-1591A6452759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2444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DropDownContainer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859900"/>
                </a:solidFill>
                <a:latin typeface="Fira Code,Menlo, Monaco,  Courier New"/>
              </a:rPr>
              <a:t>var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 err="1">
                <a:solidFill>
                  <a:srgbClr val="BBBBBB"/>
                </a:solidFill>
                <a:latin typeface="Fira Code,Menlo, Monaco,  Courier New"/>
              </a:rPr>
              <a:t>sectionChoices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>
                <a:solidFill>
                  <a:srgbClr val="859900"/>
                </a:solidFill>
                <a:latin typeface="Fira Code,Menlo, Monaco,  Courier New"/>
              </a:rPr>
              <a:t>=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>
                <a:solidFill>
                  <a:srgbClr val="CB4B16"/>
                </a:solidFill>
                <a:latin typeface="Fira Code,Menlo, Monaco,  Courier New"/>
              </a:rPr>
              <a:t>new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>
                <a:solidFill>
                  <a:srgbClr val="93A1A1"/>
                </a:solidFill>
                <a:latin typeface="Fira Code,Menlo, Monaco,  Courier New"/>
              </a:rPr>
              <a:t>Dictionary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&lt;</a:t>
            </a:r>
            <a:r>
              <a:rPr lang="en-GB" dirty="0">
                <a:solidFill>
                  <a:srgbClr val="859900"/>
                </a:solidFill>
                <a:latin typeface="Fira Code,Menlo, Monaco,  Courier New"/>
              </a:rPr>
              <a:t>string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859900"/>
                </a:solidFill>
                <a:latin typeface="Fira Code,Menlo, Monaco,  Courier New"/>
              </a:rPr>
              <a:t>string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&gt;() {</a:t>
            </a:r>
          </a:p>
          <a:p>
            <a:pPr marL="0" indent="0">
              <a:buNone/>
            </a:pP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  {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"Carousel"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"carousel"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},</a:t>
            </a:r>
          </a:p>
          <a:p>
            <a:pPr marL="0" indent="0">
              <a:buNone/>
            </a:pP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  {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"Jumbotron"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"jumbotron"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},</a:t>
            </a:r>
          </a:p>
          <a:p>
            <a:pPr marL="0" indent="0">
              <a:buNone/>
            </a:pP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  {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"6 Icon Stats Grid"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</a:t>
            </a:r>
            <a:r>
              <a:rPr lang="en-GB" dirty="0" err="1">
                <a:solidFill>
                  <a:srgbClr val="2AA198"/>
                </a:solidFill>
                <a:latin typeface="Fira Code,Menlo, Monaco,  Courier New"/>
              </a:rPr>
              <a:t>icon_stats_grid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}</a:t>
            </a:r>
          </a:p>
          <a:p>
            <a:pPr marL="0" indent="0">
              <a:buNone/>
            </a:pP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};</a:t>
            </a:r>
          </a:p>
          <a:p>
            <a:pPr marL="0" indent="0">
              <a:buNone/>
            </a:pPr>
            <a:br>
              <a:rPr lang="en-GB" dirty="0">
                <a:solidFill>
                  <a:srgbClr val="BBBBBB"/>
                </a:solidFill>
                <a:latin typeface="Fira Code,Menlo, Monaco,  Courier New"/>
              </a:rPr>
            </a:b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Input</a:t>
            </a:r>
            <a:r>
              <a:rPr lang="en-GB" dirty="0" err="1">
                <a:solidFill>
                  <a:srgbClr val="BBBBBB"/>
                </a:solidFill>
                <a:latin typeface="Fira Code,Menlo, Monaco,  Courier New"/>
              </a:rPr>
              <a:t>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StartDropDownContainer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"Section"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"section"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sectionChoices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 err="1">
                <a:solidFill>
                  <a:srgbClr val="BBBBBB"/>
                </a:solidFill>
                <a:latin typeface="Fira Code,Menlo, Monaco,  Courier New"/>
              </a:rPr>
              <a:t>firstRowLabel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: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"--- Select section ---"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);</a:t>
            </a:r>
          </a:p>
          <a:p>
            <a:pPr marL="0" indent="0">
              <a:buNone/>
            </a:pPr>
            <a:r>
              <a:rPr lang="en-GB" dirty="0">
                <a:solidFill>
                  <a:srgbClr val="93A1A1"/>
                </a:solidFill>
                <a:latin typeface="Fira Code,Menlo, Monaco,  Courier New"/>
              </a:rPr>
              <a:t>new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Carousel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().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ComponentInput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asset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context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"carousel"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);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Input</a:t>
            </a:r>
            <a:r>
              <a:rPr lang="en-GB" dirty="0" err="1">
                <a:solidFill>
                  <a:srgbClr val="BBBBBB"/>
                </a:solidFill>
                <a:latin typeface="Fira Code,Menlo, Monaco,  Courier New"/>
              </a:rPr>
              <a:t>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NextDropDownContainer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();</a:t>
            </a:r>
          </a:p>
          <a:p>
            <a:pPr marL="0" indent="0">
              <a:buNone/>
            </a:pPr>
            <a:r>
              <a:rPr lang="en-GB" dirty="0">
                <a:solidFill>
                  <a:srgbClr val="93A1A1"/>
                </a:solidFill>
                <a:latin typeface="Fira Code,Menlo, Monaco,  Courier New"/>
              </a:rPr>
              <a:t>new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Jumbotron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().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ComponentInput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asset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context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"jumbotron"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);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Input</a:t>
            </a:r>
            <a:r>
              <a:rPr lang="en-GB" dirty="0" err="1">
                <a:solidFill>
                  <a:srgbClr val="BBBBBB"/>
                </a:solidFill>
                <a:latin typeface="Fira Code,Menlo, Monaco,  Courier New"/>
              </a:rPr>
              <a:t>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NextDropDownContainer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();</a:t>
            </a:r>
          </a:p>
          <a:p>
            <a:pPr marL="0" indent="0">
              <a:buNone/>
            </a:pPr>
            <a:r>
              <a:rPr lang="en-GB" dirty="0">
                <a:solidFill>
                  <a:srgbClr val="93A1A1"/>
                </a:solidFill>
                <a:latin typeface="Fira Code,Menlo, Monaco,  Courier New"/>
              </a:rPr>
              <a:t>new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 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IconStatsGrid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().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ComponentInput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asset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68BD2"/>
                </a:solidFill>
                <a:latin typeface="Fira Code,Menlo, Monaco,  Courier New"/>
              </a:rPr>
              <a:t>context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, 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</a:t>
            </a:r>
            <a:r>
              <a:rPr lang="en-GB" dirty="0" err="1">
                <a:solidFill>
                  <a:srgbClr val="2AA198"/>
                </a:solidFill>
                <a:latin typeface="Fira Code,Menlo, Monaco,  Courier New"/>
              </a:rPr>
              <a:t>icon_stats_grid</a:t>
            </a:r>
            <a:r>
              <a:rPr lang="en-GB" dirty="0">
                <a:solidFill>
                  <a:srgbClr val="2AA198"/>
                </a:solidFill>
                <a:latin typeface="Fira Code,Menlo, Monaco,  Courier New"/>
              </a:rPr>
              <a:t>"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);</a:t>
            </a:r>
          </a:p>
          <a:p>
            <a:pPr marL="0" indent="0">
              <a:buNone/>
            </a:pP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Input</a:t>
            </a:r>
            <a:r>
              <a:rPr lang="en-GB" dirty="0" err="1">
                <a:solidFill>
                  <a:srgbClr val="BBBBBB"/>
                </a:solidFill>
                <a:latin typeface="Fira Code,Menlo, Monaco,  Courier New"/>
              </a:rPr>
              <a:t>.</a:t>
            </a:r>
            <a:r>
              <a:rPr lang="en-GB" dirty="0" err="1">
                <a:solidFill>
                  <a:srgbClr val="268BD2"/>
                </a:solidFill>
                <a:latin typeface="Fira Code,Menlo, Monaco,  Courier New"/>
              </a:rPr>
              <a:t>EndDropDownContainer</a:t>
            </a:r>
            <a:r>
              <a:rPr lang="en-GB" dirty="0">
                <a:solidFill>
                  <a:srgbClr val="BBBBBB"/>
                </a:solidFill>
                <a:latin typeface="Fira Code,Menlo, Monaco,  Courier New"/>
              </a:rPr>
              <a:t>();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7228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Section Builder Pattern</a:t>
            </a:r>
          </a:p>
        </p:txBody>
      </p:sp>
      <p:pic>
        <p:nvPicPr>
          <p:cNvPr id="9" name="Content Placeholder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0AAF3167-719F-EA41-B58A-D1548E7EB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62355" y="1370013"/>
            <a:ext cx="6619289" cy="3262312"/>
          </a:xfrm>
        </p:spPr>
      </p:pic>
    </p:spTree>
    <p:extLst>
      <p:ext uri="{BB962C8B-B14F-4D97-AF65-F5344CB8AC3E}">
        <p14:creationId xmlns:p14="http://schemas.microsoft.com/office/powerpoint/2010/main" val="1969282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87FA9-D94A-B944-AC79-C3ADAD1AC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032CB-035B-014E-BD5B-BB719E21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Getting set up</a:t>
            </a:r>
          </a:p>
        </p:txBody>
      </p:sp>
    </p:spTree>
    <p:extLst>
      <p:ext uri="{BB962C8B-B14F-4D97-AF65-F5344CB8AC3E}">
        <p14:creationId xmlns:p14="http://schemas.microsoft.com/office/powerpoint/2010/main" val="3676096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- Components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1513657"/>
              </p:ext>
            </p:extLst>
          </p:nvPr>
        </p:nvGraphicFramePr>
        <p:xfrm>
          <a:off x="628650" y="1268016"/>
          <a:ext cx="7886700" cy="37185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training sandbox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site root with you name. Ensure that you include Component Library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Site Root</a:t>
                      </a:r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{name}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Locate the component definitions folder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Project/Component Definitions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87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the following components using the markup in the clipboard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Jumbotron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Richtext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Signpost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Three Signposts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6971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– Nav Wrapper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7470763"/>
              </p:ext>
            </p:extLst>
          </p:nvPr>
        </p:nvGraphicFramePr>
        <p:xfrm>
          <a:off x="628650" y="1268016"/>
          <a:ext cx="7886700" cy="23418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dirty="0"/>
                        <a:t>Locate the templates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Project/Templates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Model: Template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Custom Nav Wrapper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dirty="0"/>
                        <a:t>Open the output handler and copy in the sample markup from the clipboard.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3487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aseline="30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99493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Fixed Structure Template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73785"/>
              </p:ext>
            </p:extLst>
          </p:nvPr>
        </p:nvGraphicFramePr>
        <p:xfrm>
          <a:off x="628650" y="1268016"/>
          <a:ext cx="7886700" cy="2730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template definitions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Project/Template Definitions</a:t>
                      </a:r>
                    </a:p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 definition called “Fixed Structure” and add one or more of the components to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Model : Template</a:t>
                      </a:r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Fixed Structure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Locate the content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685800" rtl="0" eaLnBrk="1" latinLnBrk="0" hangingPunct="1"/>
                      <a:r>
                        <a:rPr lang="en-US" sz="135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Create a new templated asset using the 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File</a:t>
                      </a:r>
                    </a:p>
                    <a:p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Fixed Structure Demo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25760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87FA9-D94A-B944-AC79-C3ADAD1AC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032CB-035B-014E-BD5B-BB719E21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DropDownContainer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2175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Section Component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7532497"/>
              </p:ext>
            </p:extLst>
          </p:nvPr>
        </p:nvGraphicFramePr>
        <p:xfrm>
          <a:off x="628650" y="1268016"/>
          <a:ext cx="7886700" cy="278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Component Definitions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Library/Component Definitions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Component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the new folder, create a new component.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Open the new component definition and go to the ‘Advanced’ tab. Set the following properties.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[x] Hide from Content Block Panel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[x] Read Only 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Once you have the notification that the save has been completed, click the link to the generated 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Components_T1Section.cs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7426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Section Component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8893077"/>
              </p:ext>
            </p:extLst>
          </p:nvPr>
        </p:nvGraphicFramePr>
        <p:xfrm>
          <a:off x="628650" y="1268016"/>
          <a:ext cx="7886700" cy="295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</a:t>
                      </a:r>
                      <a:r>
                        <a:rPr lang="en-US" dirty="0" err="1"/>
                        <a:t>ComponentInput</a:t>
                      </a:r>
                      <a:r>
                        <a:rPr lang="en-US" dirty="0"/>
                        <a:t> method to create a drop-down container with a choice of our three components.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</a:t>
                      </a:r>
                      <a:r>
                        <a:rPr lang="en-US" dirty="0" err="1"/>
                        <a:t>ComponentOutput</a:t>
                      </a:r>
                      <a:r>
                        <a:rPr lang="en-US" dirty="0"/>
                        <a:t> method to render the chosen component.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Go back to the T1 Section component definition and click “Force Reload”.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 to the “Preview Content” tab and ensure that the controls are being rendered.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2333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Section List Component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69675983"/>
              </p:ext>
            </p:extLst>
          </p:nvPr>
        </p:nvGraphicFramePr>
        <p:xfrm>
          <a:off x="628650" y="1268016"/>
          <a:ext cx="7886700" cy="2580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T1 Components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Library/Component Definitions/T1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component.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Section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Open the new component definition and set the pattern to be a list of T1 sections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&lt;cp-list name=“sections”&gt;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  {item:T1Section}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&lt;/cp-list&gt;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1571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Template Definition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0466386"/>
              </p:ext>
            </p:extLst>
          </p:nvPr>
        </p:nvGraphicFramePr>
        <p:xfrm>
          <a:off x="628650" y="1268016"/>
          <a:ext cx="7886700" cy="278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Template Definitions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Library/Template Definitions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Open the new definition and on the “Components” tab, set up a section using the T1 Section List component.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 the ”Wrapper” tab, pick the Nav Wrapper definition.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 the “Settings” tab, ensure Create is selected.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41133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Content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1629278"/>
              </p:ext>
            </p:extLst>
          </p:nvPr>
        </p:nvGraphicFramePr>
        <p:xfrm>
          <a:off x="628650" y="1268016"/>
          <a:ext cx="7886700" cy="2758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site root.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templated asset, using File &gt; New &gt; File, with the following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Name = Page One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Template = T1 Template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Workflow = Basic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newly created asset in form edit mode.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Add one or more sections to the new asset, save it and then preview.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0241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87FA9-D94A-B944-AC79-C3ADAD1AC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032CB-035B-014E-BD5B-BB719E21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SectionBuilder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4123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class </a:t>
            </a:r>
            <a:r>
              <a:rPr lang="en-US" dirty="0" err="1"/>
              <a:t>SectionType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6256196"/>
              </p:ext>
            </p:extLst>
          </p:nvPr>
        </p:nvGraphicFramePr>
        <p:xfrm>
          <a:off x="628650" y="1268016"/>
          <a:ext cx="7886700" cy="248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Library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class, using File &gt; New &gt; Custom C#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SectionType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newly created class and create the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7875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class </a:t>
            </a:r>
            <a:r>
              <a:rPr lang="en-US" dirty="0" err="1"/>
              <a:t>SectionBuilder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4514570"/>
              </p:ext>
            </p:extLst>
          </p:nvPr>
        </p:nvGraphicFramePr>
        <p:xfrm>
          <a:off x="628650" y="1268016"/>
          <a:ext cx="7886700" cy="248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Library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class, using File &gt; New &gt; Custom C#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SectionBuilder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newly created class and create the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646357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Refactor T1 Component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1345629"/>
              </p:ext>
            </p:extLst>
          </p:nvPr>
        </p:nvGraphicFramePr>
        <p:xfrm>
          <a:off x="628650" y="1268016"/>
          <a:ext cx="7886700" cy="2707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T1 Components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Library/Component Definitions/T1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Edit the existing T1 Section component definition.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 to the “Advanced” tab and click on the link to the generated class file.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Components_T1Section.cs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Change the component methods to use the corresponding </a:t>
                      </a:r>
                      <a:r>
                        <a:rPr lang="en-US" dirty="0" err="1"/>
                        <a:t>SectionBuilder</a:t>
                      </a:r>
                      <a:r>
                        <a:rPr lang="en-US" dirty="0"/>
                        <a:t> methods.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0271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87FA9-D94A-B944-AC79-C3ADAD1AC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Part 2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032CB-035B-014E-BD5B-BB719E21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FormSelector</a:t>
            </a:r>
            <a:r>
              <a:rPr lang="en-US" dirty="0"/>
              <a:t> control</a:t>
            </a:r>
          </a:p>
        </p:txBody>
      </p:sp>
    </p:spTree>
    <p:extLst>
      <p:ext uri="{BB962C8B-B14F-4D97-AF65-F5344CB8AC3E}">
        <p14:creationId xmlns:p14="http://schemas.microsoft.com/office/powerpoint/2010/main" val="210724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 lnSpcReduction="10000"/>
          </a:bodyPr>
          <a:lstStyle/>
          <a:p>
            <a:r>
              <a:rPr lang="en-GB" dirty="0" err="1"/>
              <a:t>FormSelector</a:t>
            </a:r>
            <a:r>
              <a:rPr lang="en-GB" dirty="0"/>
              <a:t> is a new form control designed to replace </a:t>
            </a:r>
            <a:r>
              <a:rPr lang="en-GB" dirty="0" err="1"/>
              <a:t>DropdownContainer</a:t>
            </a:r>
            <a:endParaRPr lang="en-GB" dirty="0"/>
          </a:p>
          <a:p>
            <a:r>
              <a:rPr lang="en-GB" dirty="0"/>
              <a:t>Use it for assets that have large amounts of form data.</a:t>
            </a:r>
          </a:p>
          <a:p>
            <a:r>
              <a:rPr lang="en-GB" dirty="0"/>
              <a:t>Created to reduce the initial rendering time of an asset by reducing the number of form controls that need to be processed. </a:t>
            </a:r>
          </a:p>
          <a:p>
            <a:r>
              <a:rPr lang="en-GB" dirty="0"/>
              <a:t>Three building blocks</a:t>
            </a:r>
          </a:p>
          <a:p>
            <a:pPr lvl="1"/>
            <a:r>
              <a:rPr lang="en-GB" dirty="0" err="1"/>
              <a:t>FormSelector</a:t>
            </a:r>
            <a:endParaRPr lang="en-GB" dirty="0"/>
          </a:p>
          <a:p>
            <a:pPr lvl="1"/>
            <a:r>
              <a:rPr lang="en-GB" dirty="0"/>
              <a:t>Sections/Components</a:t>
            </a:r>
            <a:br>
              <a:rPr lang="en-GB" dirty="0"/>
            </a:br>
            <a:r>
              <a:rPr lang="en-GB" dirty="0"/>
              <a:t>(doesn’t have to be Component Library but it is easier if you do)</a:t>
            </a:r>
          </a:p>
          <a:p>
            <a:pPr lvl="1"/>
            <a:r>
              <a:rPr lang="en-GB" dirty="0"/>
              <a:t>List panel</a:t>
            </a:r>
          </a:p>
          <a:p>
            <a:pPr marL="3429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0212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Template API Method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7240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100" b="1" dirty="0" err="1"/>
              <a:t>Input.ShowFormSelector</a:t>
            </a:r>
            <a:r>
              <a:rPr lang="en-GB" sz="1100" b="1" dirty="0"/>
              <a:t>(string label, string </a:t>
            </a:r>
            <a:r>
              <a:rPr lang="en-GB" sz="1100" b="1" dirty="0" err="1"/>
              <a:t>fieldName</a:t>
            </a:r>
            <a:r>
              <a:rPr lang="en-GB" sz="1100" b="1" dirty="0"/>
              <a:t>, Dictionary&lt;string, string&gt; forms, string </a:t>
            </a:r>
            <a:r>
              <a:rPr lang="en-GB" sz="1100" b="1" dirty="0" err="1"/>
              <a:t>defaultValue</a:t>
            </a:r>
            <a:r>
              <a:rPr lang="en-GB" sz="1100" b="1" dirty="0"/>
              <a:t>, string </a:t>
            </a:r>
            <a:r>
              <a:rPr lang="en-GB" sz="1100" b="1" dirty="0" err="1"/>
              <a:t>firstRowLabel</a:t>
            </a:r>
            <a:r>
              <a:rPr lang="en-GB" sz="1100" b="1" dirty="0"/>
              <a:t>)</a:t>
            </a:r>
            <a:endParaRPr lang="en-GB" sz="1100" dirty="0"/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F640700-16F8-6A4A-A69F-83A5073BE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710551"/>
              </p:ext>
            </p:extLst>
          </p:nvPr>
        </p:nvGraphicFramePr>
        <p:xfrm>
          <a:off x="628650" y="1731257"/>
          <a:ext cx="7886700" cy="1910080"/>
        </p:xfrm>
        <a:graphic>
          <a:graphicData uri="http://schemas.openxmlformats.org/drawingml/2006/table">
            <a:tbl>
              <a:tblPr bandRow="1">
                <a:tableStyleId>{3B4B98B0-60AC-42C2-AFA5-B58CD77FA1E5}</a:tableStyleId>
              </a:tblPr>
              <a:tblGrid>
                <a:gridCol w="2106993">
                  <a:extLst>
                    <a:ext uri="{9D8B030D-6E8A-4147-A177-3AD203B41FA5}">
                      <a16:colId xmlns:a16="http://schemas.microsoft.com/office/drawing/2014/main" val="1080108588"/>
                    </a:ext>
                  </a:extLst>
                </a:gridCol>
                <a:gridCol w="5779707">
                  <a:extLst>
                    <a:ext uri="{9D8B030D-6E8A-4147-A177-3AD203B41FA5}">
                      <a16:colId xmlns:a16="http://schemas.microsoft.com/office/drawing/2014/main" val="37781788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100" dirty="0"/>
                        <a:t>string label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The label to display for the </a:t>
                      </a:r>
                      <a:r>
                        <a:rPr lang="en-GB" sz="1100" dirty="0" err="1"/>
                        <a:t>FormSelector</a:t>
                      </a:r>
                      <a:endParaRPr lang="en-GB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3035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dirty="0"/>
                        <a:t>string </a:t>
                      </a:r>
                      <a:r>
                        <a:rPr lang="en-GB" sz="1100" dirty="0" err="1"/>
                        <a:t>fieldName</a:t>
                      </a:r>
                      <a:r>
                        <a:rPr lang="en-GB" sz="1100" dirty="0"/>
                        <a:t> 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The name of the </a:t>
                      </a:r>
                      <a:r>
                        <a:rPr lang="en-GB" sz="1100" dirty="0" err="1"/>
                        <a:t>FormSelector</a:t>
                      </a:r>
                      <a:r>
                        <a:rPr lang="en-GB" sz="1100" dirty="0"/>
                        <a:t> field. This must be a unique within the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254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dirty="0"/>
                        <a:t>Dictionary&lt;string, </a:t>
                      </a:r>
                      <a:r>
                        <a:rPr lang="en-GB" sz="1100" dirty="0" err="1"/>
                        <a:t>InputFormParams</a:t>
                      </a:r>
                      <a:r>
                        <a:rPr lang="en-GB" sz="1100" dirty="0"/>
                        <a:t>&gt; forms 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 A list of key/value pairs containing the label and </a:t>
                      </a:r>
                      <a:r>
                        <a:rPr lang="en-GB" sz="1100" b="1" dirty="0">
                          <a:highlight>
                            <a:srgbClr val="FFFF00"/>
                          </a:highlight>
                        </a:rPr>
                        <a:t>a structure with the field value and input handler </a:t>
                      </a:r>
                      <a:r>
                        <a:rPr lang="en-GB" sz="1100" dirty="0"/>
                        <a:t>for each section configured for the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25953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dirty="0"/>
                        <a:t>string </a:t>
                      </a:r>
                      <a:r>
                        <a:rPr lang="en-GB" sz="1100" dirty="0" err="1"/>
                        <a:t>defaultValue</a:t>
                      </a:r>
                      <a:r>
                        <a:rPr lang="en-GB" sz="1100" dirty="0"/>
                        <a:t> (Optional)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The value (form input template name) of the form that a new asset should load by default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01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100" dirty="0"/>
                        <a:t>string </a:t>
                      </a:r>
                      <a:r>
                        <a:rPr lang="en-GB" sz="1100" dirty="0" err="1"/>
                        <a:t>firstRowLabel</a:t>
                      </a:r>
                      <a:r>
                        <a:rPr lang="en-GB" sz="1100" dirty="0"/>
                        <a:t> (Optional)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100" dirty="0"/>
                        <a:t>Inserts an empty form option at the top of the forms list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5413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99345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Form Input Templates rules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/>
          </a:bodyPr>
          <a:lstStyle/>
          <a:p>
            <a:r>
              <a:rPr lang="en-GB" b="1" dirty="0"/>
              <a:t>The word "input" needs to be in the handler name</a:t>
            </a:r>
            <a:r>
              <a:rPr lang="en-GB" dirty="0"/>
              <a:t> </a:t>
            </a:r>
          </a:p>
          <a:p>
            <a:pPr lvl="1"/>
            <a:r>
              <a:rPr lang="en-GB" dirty="0"/>
              <a:t>The rest of the name can be anything but it must be unique to the template.</a:t>
            </a:r>
          </a:p>
          <a:p>
            <a:r>
              <a:rPr lang="en-GB" b="1" dirty="0"/>
              <a:t>Field names in the form input templates need to be unique within the entire input form</a:t>
            </a:r>
            <a:endParaRPr lang="en-GB" dirty="0"/>
          </a:p>
          <a:p>
            <a:pPr lvl="2"/>
            <a:r>
              <a:rPr lang="en-GB" dirty="0"/>
              <a:t>Replicates the the way </a:t>
            </a:r>
            <a:r>
              <a:rPr lang="en-GB" dirty="0" err="1"/>
              <a:t>DropdownContainers</a:t>
            </a:r>
            <a:r>
              <a:rPr lang="en-GB" dirty="0"/>
              <a:t> works</a:t>
            </a:r>
          </a:p>
          <a:p>
            <a:pPr lvl="2"/>
            <a:r>
              <a:rPr lang="en-GB" dirty="0"/>
              <a:t>Preserves field values for existing forms</a:t>
            </a:r>
            <a:br>
              <a:rPr lang="en-GB" dirty="0"/>
            </a:b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24781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Cautions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69219"/>
            <a:ext cx="7886700" cy="3263504"/>
          </a:xfrm>
        </p:spPr>
        <p:txBody>
          <a:bodyPr>
            <a:normAutofit fontScale="92500"/>
          </a:bodyPr>
          <a:lstStyle/>
          <a:p>
            <a:r>
              <a:rPr lang="en-GB" dirty="0"/>
              <a:t>Cannot use this type of control with Component Library Component Definitions</a:t>
            </a:r>
          </a:p>
          <a:p>
            <a:pPr lvl="1"/>
            <a:r>
              <a:rPr lang="en-GB" dirty="0"/>
              <a:t>Would need to add input_* handlers to the Component Definition template</a:t>
            </a:r>
          </a:p>
          <a:p>
            <a:r>
              <a:rPr lang="en-GB" dirty="0"/>
              <a:t>Cannot use this type of control with Component Library Template Definitions</a:t>
            </a:r>
          </a:p>
          <a:p>
            <a:pPr lvl="1"/>
            <a:r>
              <a:rPr lang="en-GB" dirty="0"/>
              <a:t>CL does not generate the required input_* handlers</a:t>
            </a:r>
          </a:p>
          <a:p>
            <a:r>
              <a:rPr lang="en-GB" dirty="0"/>
              <a:t>Each section list’s </a:t>
            </a:r>
            <a:r>
              <a:rPr lang="en-GB" b="1" dirty="0"/>
              <a:t>field name must be unique </a:t>
            </a:r>
            <a:r>
              <a:rPr lang="en-GB" dirty="0"/>
              <a:t>as there is no CL field name composition</a:t>
            </a:r>
          </a:p>
          <a:p>
            <a:r>
              <a:rPr lang="en-GB" dirty="0"/>
              <a:t>If using the Section Builder pattern:</a:t>
            </a:r>
          </a:p>
          <a:p>
            <a:pPr lvl="1"/>
            <a:r>
              <a:rPr lang="en-GB" dirty="0"/>
              <a:t>Every section needs a corresponding input handler</a:t>
            </a:r>
          </a:p>
          <a:p>
            <a:pPr lvl="1"/>
            <a:r>
              <a:rPr lang="en-GB" dirty="0"/>
              <a:t>Every template that uses the “section list” will require a copy of the input handler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C78BA34-E128-8640-99BB-7F567960315B}"/>
              </a:ext>
            </a:extLst>
          </p:cNvPr>
          <p:cNvGrpSpPr/>
          <p:nvPr/>
        </p:nvGrpSpPr>
        <p:grpSpPr>
          <a:xfrm>
            <a:off x="0" y="0"/>
            <a:ext cx="9144001" cy="525985"/>
            <a:chOff x="0" y="-7687"/>
            <a:chExt cx="9144001" cy="525985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55AF5778-A66F-D74D-8165-284D330CE272}"/>
                </a:ext>
              </a:extLst>
            </p:cNvPr>
            <p:cNvSpPr/>
            <p:nvPr/>
          </p:nvSpPr>
          <p:spPr>
            <a:xfrm>
              <a:off x="0" y="-7687"/>
              <a:ext cx="344818" cy="525984"/>
            </a:xfrm>
            <a:custGeom>
              <a:avLst/>
              <a:gdLst>
                <a:gd name="connsiteX0" fmla="*/ 0 w 344818"/>
                <a:gd name="connsiteY0" fmla="*/ 0 h 525984"/>
                <a:gd name="connsiteX1" fmla="*/ 344818 w 344818"/>
                <a:gd name="connsiteY1" fmla="*/ 0 h 525984"/>
                <a:gd name="connsiteX2" fmla="*/ 22579 w 344818"/>
                <a:gd name="connsiteY2" fmla="*/ 525984 h 525984"/>
                <a:gd name="connsiteX3" fmla="*/ 0 w 344818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44818" h="525984">
                  <a:moveTo>
                    <a:pt x="0" y="0"/>
                  </a:moveTo>
                  <a:lnTo>
                    <a:pt x="344818" y="0"/>
                  </a:lnTo>
                  <a:lnTo>
                    <a:pt x="22579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F574A727-9957-7440-802A-1AC24E6B51DB}"/>
                </a:ext>
              </a:extLst>
            </p:cNvPr>
            <p:cNvSpPr/>
            <p:nvPr/>
          </p:nvSpPr>
          <p:spPr>
            <a:xfrm>
              <a:off x="1142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7D7DD56A-3F82-E348-BD99-BD602D521A51}"/>
                </a:ext>
              </a:extLst>
            </p:cNvPr>
            <p:cNvSpPr/>
            <p:nvPr/>
          </p:nvSpPr>
          <p:spPr>
            <a:xfrm>
              <a:off x="48242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ECDC868F-80D1-9743-8615-29DA7507CAEC}"/>
                </a:ext>
              </a:extLst>
            </p:cNvPr>
            <p:cNvSpPr/>
            <p:nvPr/>
          </p:nvSpPr>
          <p:spPr>
            <a:xfrm>
              <a:off x="96203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DDF6F15B-940D-6447-B9FE-6483EC5CE09C}"/>
                </a:ext>
              </a:extLst>
            </p:cNvPr>
            <p:cNvSpPr/>
            <p:nvPr/>
          </p:nvSpPr>
          <p:spPr>
            <a:xfrm>
              <a:off x="143303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E8862441-12E3-3240-A540-ADAF4F35FD5E}"/>
                </a:ext>
              </a:extLst>
            </p:cNvPr>
            <p:cNvSpPr/>
            <p:nvPr/>
          </p:nvSpPr>
          <p:spPr>
            <a:xfrm>
              <a:off x="191264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C0E44FF-45B0-0348-81E4-07671B91941B}"/>
                </a:ext>
              </a:extLst>
            </p:cNvPr>
            <p:cNvSpPr/>
            <p:nvPr/>
          </p:nvSpPr>
          <p:spPr>
            <a:xfrm>
              <a:off x="238364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69DE4C-0F9A-5D43-9E40-A15E5AF5B5A3}"/>
                </a:ext>
              </a:extLst>
            </p:cNvPr>
            <p:cNvSpPr/>
            <p:nvPr/>
          </p:nvSpPr>
          <p:spPr>
            <a:xfrm>
              <a:off x="286325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9335F27-6C1A-484A-AB4A-8006D3034F7E}"/>
                </a:ext>
              </a:extLst>
            </p:cNvPr>
            <p:cNvSpPr/>
            <p:nvPr/>
          </p:nvSpPr>
          <p:spPr>
            <a:xfrm>
              <a:off x="333425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AD8ADA3-AA82-BB44-B839-945AAF8E5A12}"/>
                </a:ext>
              </a:extLst>
            </p:cNvPr>
            <p:cNvSpPr/>
            <p:nvPr/>
          </p:nvSpPr>
          <p:spPr>
            <a:xfrm>
              <a:off x="381386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EE7C460-6506-784F-86FB-5DA514AC9E6F}"/>
                </a:ext>
              </a:extLst>
            </p:cNvPr>
            <p:cNvSpPr/>
            <p:nvPr/>
          </p:nvSpPr>
          <p:spPr>
            <a:xfrm>
              <a:off x="428486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6509457E-ECE2-C348-B3E9-47082482B7BE}"/>
                </a:ext>
              </a:extLst>
            </p:cNvPr>
            <p:cNvSpPr/>
            <p:nvPr/>
          </p:nvSpPr>
          <p:spPr>
            <a:xfrm>
              <a:off x="476447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878038AB-E31C-E143-A085-731DAA916F79}"/>
                </a:ext>
              </a:extLst>
            </p:cNvPr>
            <p:cNvSpPr/>
            <p:nvPr/>
          </p:nvSpPr>
          <p:spPr>
            <a:xfrm>
              <a:off x="523547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DF4081E-8547-0D48-837F-3D94816F2A38}"/>
                </a:ext>
              </a:extLst>
            </p:cNvPr>
            <p:cNvSpPr/>
            <p:nvPr/>
          </p:nvSpPr>
          <p:spPr>
            <a:xfrm>
              <a:off x="571508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2DA18A0F-7B01-D04D-8272-E0E2F4D7B225}"/>
                </a:ext>
              </a:extLst>
            </p:cNvPr>
            <p:cNvSpPr/>
            <p:nvPr/>
          </p:nvSpPr>
          <p:spPr>
            <a:xfrm>
              <a:off x="618608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EEA0943-5729-FE40-B2A0-8FBBFB71072A}"/>
                </a:ext>
              </a:extLst>
            </p:cNvPr>
            <p:cNvSpPr/>
            <p:nvPr/>
          </p:nvSpPr>
          <p:spPr>
            <a:xfrm>
              <a:off x="666569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6B4436F-6C39-8041-BF32-613B41169668}"/>
                </a:ext>
              </a:extLst>
            </p:cNvPr>
            <p:cNvSpPr/>
            <p:nvPr/>
          </p:nvSpPr>
          <p:spPr>
            <a:xfrm>
              <a:off x="713669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189AA4B-31A8-3049-A7A2-00031A018A92}"/>
                </a:ext>
              </a:extLst>
            </p:cNvPr>
            <p:cNvSpPr/>
            <p:nvPr/>
          </p:nvSpPr>
          <p:spPr>
            <a:xfrm>
              <a:off x="7616309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6C87950-CF25-4C4C-B8D9-1C5A49C1BC83}"/>
                </a:ext>
              </a:extLst>
            </p:cNvPr>
            <p:cNvSpPr/>
            <p:nvPr/>
          </p:nvSpPr>
          <p:spPr>
            <a:xfrm>
              <a:off x="8087304" y="-7687"/>
              <a:ext cx="804385" cy="525984"/>
            </a:xfrm>
            <a:custGeom>
              <a:avLst/>
              <a:gdLst>
                <a:gd name="connsiteX0" fmla="*/ 322239 w 804385"/>
                <a:gd name="connsiteY0" fmla="*/ 0 h 525984"/>
                <a:gd name="connsiteX1" fmla="*/ 804385 w 804385"/>
                <a:gd name="connsiteY1" fmla="*/ 0 h 525984"/>
                <a:gd name="connsiteX2" fmla="*/ 482146 w 804385"/>
                <a:gd name="connsiteY2" fmla="*/ 525984 h 525984"/>
                <a:gd name="connsiteX3" fmla="*/ 0 w 804385"/>
                <a:gd name="connsiteY3" fmla="*/ 525984 h 5259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4385" h="525984">
                  <a:moveTo>
                    <a:pt x="322239" y="0"/>
                  </a:moveTo>
                  <a:lnTo>
                    <a:pt x="804385" y="0"/>
                  </a:lnTo>
                  <a:lnTo>
                    <a:pt x="482146" y="525984"/>
                  </a:lnTo>
                  <a:lnTo>
                    <a:pt x="0" y="52598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8FC9651E-3B6B-4044-97BC-5E24CD01284A}"/>
                </a:ext>
              </a:extLst>
            </p:cNvPr>
            <p:cNvSpPr/>
            <p:nvPr/>
          </p:nvSpPr>
          <p:spPr>
            <a:xfrm>
              <a:off x="8566919" y="-7685"/>
              <a:ext cx="577082" cy="525983"/>
            </a:xfrm>
            <a:custGeom>
              <a:avLst/>
              <a:gdLst>
                <a:gd name="connsiteX0" fmla="*/ 322238 w 577082"/>
                <a:gd name="connsiteY0" fmla="*/ 0 h 525983"/>
                <a:gd name="connsiteX1" fmla="*/ 577082 w 577082"/>
                <a:gd name="connsiteY1" fmla="*/ 0 h 525983"/>
                <a:gd name="connsiteX2" fmla="*/ 577082 w 577082"/>
                <a:gd name="connsiteY2" fmla="*/ 371021 h 525983"/>
                <a:gd name="connsiteX3" fmla="*/ 482146 w 577082"/>
                <a:gd name="connsiteY3" fmla="*/ 525983 h 525983"/>
                <a:gd name="connsiteX4" fmla="*/ 0 w 577082"/>
                <a:gd name="connsiteY4" fmla="*/ 525983 h 5259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7082" h="525983">
                  <a:moveTo>
                    <a:pt x="322238" y="0"/>
                  </a:moveTo>
                  <a:lnTo>
                    <a:pt x="577082" y="0"/>
                  </a:lnTo>
                  <a:lnTo>
                    <a:pt x="577082" y="371021"/>
                  </a:lnTo>
                  <a:lnTo>
                    <a:pt x="482146" y="525983"/>
                  </a:lnTo>
                  <a:lnTo>
                    <a:pt x="0" y="52598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C881C86-009C-8347-9ECB-7819BA688CD2}"/>
                </a:ext>
              </a:extLst>
            </p:cNvPr>
            <p:cNvSpPr/>
            <p:nvPr/>
          </p:nvSpPr>
          <p:spPr>
            <a:xfrm>
              <a:off x="9037914" y="345133"/>
              <a:ext cx="106087" cy="173164"/>
            </a:xfrm>
            <a:custGeom>
              <a:avLst/>
              <a:gdLst>
                <a:gd name="connsiteX0" fmla="*/ 106087 w 106087"/>
                <a:gd name="connsiteY0" fmla="*/ 0 h 173164"/>
                <a:gd name="connsiteX1" fmla="*/ 106087 w 106087"/>
                <a:gd name="connsiteY1" fmla="*/ 173164 h 173164"/>
                <a:gd name="connsiteX2" fmla="*/ 0 w 106087"/>
                <a:gd name="connsiteY2" fmla="*/ 173164 h 173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6087" h="173164">
                  <a:moveTo>
                    <a:pt x="106087" y="0"/>
                  </a:moveTo>
                  <a:lnTo>
                    <a:pt x="106087" y="173164"/>
                  </a:lnTo>
                  <a:lnTo>
                    <a:pt x="0" y="173164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922543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87FA9-D94A-B944-AC79-C3ADAD1AC4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LAB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B9032CB-035B-014E-BD5B-BB719E210E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SectionBuilder</a:t>
            </a:r>
            <a:r>
              <a:rPr lang="en-US" dirty="0"/>
              <a:t> Implementation v2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4967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class </a:t>
            </a:r>
            <a:r>
              <a:rPr lang="en-US" dirty="0" err="1"/>
              <a:t>SectionTypes</a:t>
            </a:r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9769509"/>
              </p:ext>
            </p:extLst>
          </p:nvPr>
        </p:nvGraphicFramePr>
        <p:xfrm>
          <a:off x="628650" y="1268016"/>
          <a:ext cx="7886700" cy="26111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Library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Project/Library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class, using File &gt; New &gt; Custom C#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SectionTypes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newly created class and create the entries to ‘register’ the following components as section types: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Jumbotron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 err="1"/>
                        <a:t>Richtext</a:t>
                      </a:r>
                      <a:endParaRPr lang="en-US" dirty="0"/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Signpost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Three Signposts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00428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input form handlers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9581627"/>
              </p:ext>
            </p:extLst>
          </p:nvPr>
        </p:nvGraphicFramePr>
        <p:xfrm>
          <a:off x="628650" y="1268016"/>
          <a:ext cx="7886700" cy="2250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Templates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Project/Templates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FormSelectors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Create a new input handler and add the component input code to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input_announcement.aspx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Create a new input handler and add the component input code to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input_three_signposts.aspx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Create a new input handler and add the component input code to it.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input_rich_text.aspx</a:t>
                      </a:r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28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Section Component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28650" y="1268016"/>
          <a:ext cx="7886700" cy="2781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Component Definitions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Library/Component Definitions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Component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Components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the new folder, create a new component.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Section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Open the new component definition and go to the ‘Advanced’ tab. Set the following properties.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[x] Hide from Content Block Panel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[x] Read Only Component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Once you have the notification that the save has been completed, click the link to the generated  class.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Components_T1Section.cs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2636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1239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Template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6137995"/>
              </p:ext>
            </p:extLst>
          </p:nvPr>
        </p:nvGraphicFramePr>
        <p:xfrm>
          <a:off x="628650" y="1268016"/>
          <a:ext cx="7886700" cy="2473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Template Definitions folder.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}/Component Project/Component Library/Template Definitions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 definition.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Model: Template</a:t>
                      </a:r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T1 Template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‘section’ that uses the ’no rail’ layout and the T1 Section 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aseline="0" dirty="0"/>
                        <a:t>Select a navigation wrapper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5088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Ensure the “Create” checkbox is ticked and click Save.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8205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76839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241F0-2F1E-034E-B27E-47452BA8E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T1 Content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FE6B5A0-13A3-524C-872E-765C374068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1167068"/>
              </p:ext>
            </p:extLst>
          </p:nvPr>
        </p:nvGraphicFramePr>
        <p:xfrm>
          <a:off x="628650" y="1268016"/>
          <a:ext cx="7886700" cy="17475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25895">
                  <a:extLst>
                    <a:ext uri="{9D8B030D-6E8A-4147-A177-3AD203B41FA5}">
                      <a16:colId xmlns:a16="http://schemas.microsoft.com/office/drawing/2014/main" val="214960397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1087431397"/>
                    </a:ext>
                  </a:extLst>
                </a:gridCol>
                <a:gridCol w="3804805">
                  <a:extLst>
                    <a:ext uri="{9D8B030D-6E8A-4147-A177-3AD203B41FA5}">
                      <a16:colId xmlns:a16="http://schemas.microsoft.com/office/drawing/2014/main" val="1647122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Locate the content folder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{</a:t>
                      </a:r>
                      <a:r>
                        <a:rPr lang="en-US" sz="1200" b="0" i="0" dirty="0" err="1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siteroot</a:t>
                      </a: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2647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 a new templated asset.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File &gt; New &gt; File</a:t>
                      </a:r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b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</a:br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Name: {content-name}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Template: T1 Template</a:t>
                      </a:r>
                    </a:p>
                    <a:p>
                      <a:r>
                        <a:rPr lang="en-US" sz="1200" b="0" i="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Workflow: Basic Workflow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1654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Open the new asset in form edit mode.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b="0" i="0" dirty="0">
                        <a:latin typeface="Consolas" panose="020B0609020204030204" pitchFamily="49" charset="0"/>
                        <a:cs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2291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10370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87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bad545-6f24-4a50-86d9-37ac9f441162">
      <Terms xmlns="http://schemas.microsoft.com/office/infopath/2007/PartnerControls"/>
    </lcf76f155ced4ddcb4097134ff3c332f>
    <TaxCatchAll xmlns="e689240d-251c-4017-adba-547be9a28cf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DBB18FA72F8D41BE3AADDE8766CF8E" ma:contentTypeVersion="14" ma:contentTypeDescription="Create a new document." ma:contentTypeScope="" ma:versionID="aac1d5b023d3e9d060c6b7ce096ea336">
  <xsd:schema xmlns:xsd="http://www.w3.org/2001/XMLSchema" xmlns:xs="http://www.w3.org/2001/XMLSchema" xmlns:p="http://schemas.microsoft.com/office/2006/metadata/properties" xmlns:ns2="e689240d-251c-4017-adba-547be9a28cf3" xmlns:ns3="7ebad545-6f24-4a50-86d9-37ac9f441162" targetNamespace="http://schemas.microsoft.com/office/2006/metadata/properties" ma:root="true" ma:fieldsID="db0a1b696c6c9a88a3fc64a84bd11f01" ns2:_="" ns3:_="">
    <xsd:import namespace="e689240d-251c-4017-adba-547be9a28cf3"/>
    <xsd:import namespace="7ebad545-6f24-4a50-86d9-37ac9f44116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2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89240d-251c-4017-adba-547be9a28cf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90f61ad7-14d7-4a18-9ecb-ecf5fa16bdf2}" ma:internalName="TaxCatchAll" ma:showField="CatchAllData" ma:web="e689240d-251c-4017-adba-547be9a28cf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bad545-6f24-4a50-86d9-37ac9f4411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54fef160-e776-43c2-8f95-bf70117a71c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8A7410-A7F7-4148-B700-E9738C1947C6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c81fd3e1-4b46-4bb7-aee6-da9f3dad3097"/>
    <ds:schemaRef ds:uri="631082eb-fd3e-4e0d-a348-9c93b2e913b5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88BEB11E-EDE6-4949-A050-59AD9AC748C3}"/>
</file>

<file path=customXml/itemProps3.xml><?xml version="1.0" encoding="utf-8"?>
<ds:datastoreItem xmlns:ds="http://schemas.openxmlformats.org/officeDocument/2006/customXml" ds:itemID="{5283C326-4A27-4EB7-B73E-9277DD459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23247</TotalTime>
  <Words>1799</Words>
  <Application>Microsoft Macintosh PowerPoint</Application>
  <PresentationFormat>On-screen Show (16:9)</PresentationFormat>
  <Paragraphs>324</Paragraphs>
  <Slides>34</Slides>
  <Notes>11</Notes>
  <HiddenSlides>8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Consolas</vt:lpstr>
      <vt:lpstr>Fira Code,Menlo, Monaco,  Courier New</vt:lpstr>
      <vt:lpstr>Office Theme</vt:lpstr>
      <vt:lpstr>Developer Training</vt:lpstr>
      <vt:lpstr>Overview</vt:lpstr>
      <vt:lpstr>Objectives</vt:lpstr>
      <vt:lpstr>Part 1</vt:lpstr>
      <vt:lpstr>Overview</vt:lpstr>
      <vt:lpstr>DropDownContainer</vt:lpstr>
      <vt:lpstr>DropDownContainer</vt:lpstr>
      <vt:lpstr>Section Builder Pattern</vt:lpstr>
      <vt:lpstr>LAB</vt:lpstr>
      <vt:lpstr>Setup - Components</vt:lpstr>
      <vt:lpstr>Setup – Nav Wrapper</vt:lpstr>
      <vt:lpstr>Fixed Structure Template</vt:lpstr>
      <vt:lpstr>LAB</vt:lpstr>
      <vt:lpstr>Create T1 Section Component</vt:lpstr>
      <vt:lpstr>Create T1 Section Component</vt:lpstr>
      <vt:lpstr>Create T1 Section List Component</vt:lpstr>
      <vt:lpstr>Create T1 Template Definition</vt:lpstr>
      <vt:lpstr>Create T1 Content</vt:lpstr>
      <vt:lpstr>LAB</vt:lpstr>
      <vt:lpstr>Create class SectionType</vt:lpstr>
      <vt:lpstr>Create class SectionBuilder</vt:lpstr>
      <vt:lpstr>Refactor T1 Component</vt:lpstr>
      <vt:lpstr>Part 2</vt:lpstr>
      <vt:lpstr>Overview</vt:lpstr>
      <vt:lpstr>Template API Method</vt:lpstr>
      <vt:lpstr>Form Input Templates rules</vt:lpstr>
      <vt:lpstr>Cautions</vt:lpstr>
      <vt:lpstr>LAB</vt:lpstr>
      <vt:lpstr>Create class SectionTypes</vt:lpstr>
      <vt:lpstr>Create input form handlers</vt:lpstr>
      <vt:lpstr>Create T1 Section Component</vt:lpstr>
      <vt:lpstr>Create T1 Template</vt:lpstr>
      <vt:lpstr>Create T1 Content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 Clark</dc:creator>
  <cp:lastModifiedBy>Marcus Edwards</cp:lastModifiedBy>
  <cp:revision>390</cp:revision>
  <dcterms:created xsi:type="dcterms:W3CDTF">2014-05-29T23:54:45Z</dcterms:created>
  <dcterms:modified xsi:type="dcterms:W3CDTF">2020-12-09T12:49:18Z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0x01010080DBB18FA72F8D41BE3AADDE8766CF8E</vt:lpwstr>
  </property>
</Properties>
</file>