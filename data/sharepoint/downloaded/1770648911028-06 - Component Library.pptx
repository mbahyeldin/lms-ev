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76" r:id="rId5"/>
  </p:sldMasterIdLst>
  <p:notesMasterIdLst>
    <p:notesMasterId r:id="rId52"/>
  </p:notesMasterIdLst>
  <p:handoutMasterIdLst>
    <p:handoutMasterId r:id="rId53"/>
  </p:handoutMasterIdLst>
  <p:sldIdLst>
    <p:sldId id="570" r:id="rId6"/>
    <p:sldId id="470" r:id="rId7"/>
    <p:sldId id="571" r:id="rId8"/>
    <p:sldId id="525" r:id="rId9"/>
    <p:sldId id="598" r:id="rId10"/>
    <p:sldId id="587" r:id="rId11"/>
    <p:sldId id="573" r:id="rId12"/>
    <p:sldId id="588" r:id="rId13"/>
    <p:sldId id="589" r:id="rId14"/>
    <p:sldId id="586" r:id="rId15"/>
    <p:sldId id="590" r:id="rId16"/>
    <p:sldId id="574" r:id="rId17"/>
    <p:sldId id="529" r:id="rId18"/>
    <p:sldId id="591" r:id="rId19"/>
    <p:sldId id="592" r:id="rId20"/>
    <p:sldId id="599" r:id="rId21"/>
    <p:sldId id="535" r:id="rId22"/>
    <p:sldId id="596" r:id="rId23"/>
    <p:sldId id="597" r:id="rId24"/>
    <p:sldId id="594" r:id="rId25"/>
    <p:sldId id="595" r:id="rId26"/>
    <p:sldId id="536" r:id="rId27"/>
    <p:sldId id="537" r:id="rId28"/>
    <p:sldId id="538" r:id="rId29"/>
    <p:sldId id="539" r:id="rId30"/>
    <p:sldId id="540" r:id="rId31"/>
    <p:sldId id="575" r:id="rId32"/>
    <p:sldId id="530" r:id="rId33"/>
    <p:sldId id="542" r:id="rId34"/>
    <p:sldId id="531" r:id="rId35"/>
    <p:sldId id="543" r:id="rId36"/>
    <p:sldId id="576" r:id="rId37"/>
    <p:sldId id="533" r:id="rId38"/>
    <p:sldId id="545" r:id="rId39"/>
    <p:sldId id="600" r:id="rId40"/>
    <p:sldId id="546" r:id="rId41"/>
    <p:sldId id="547" r:id="rId42"/>
    <p:sldId id="577" r:id="rId43"/>
    <p:sldId id="532" r:id="rId44"/>
    <p:sldId id="549" r:id="rId45"/>
    <p:sldId id="550" r:id="rId46"/>
    <p:sldId id="551" r:id="rId47"/>
    <p:sldId id="585" r:id="rId48"/>
    <p:sldId id="572" r:id="rId49"/>
    <p:sldId id="527" r:id="rId50"/>
    <p:sldId id="584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genda" id="{4862FD1C-A6D1-B14F-9779-820D8A1731EF}">
          <p14:sldIdLst>
            <p14:sldId id="570"/>
            <p14:sldId id="470"/>
          </p14:sldIdLst>
        </p14:section>
        <p14:section name="Introduction" id="{67379C1A-9E40-464A-96A2-E8668B48FDC5}">
          <p14:sldIdLst>
            <p14:sldId id="571"/>
            <p14:sldId id="525"/>
            <p14:sldId id="598"/>
            <p14:sldId id="587"/>
          </p14:sldIdLst>
        </p14:section>
        <p14:section name="What is in Component Library" id="{1B27BFB2-2B48-1845-8E6B-C39EE95905E4}">
          <p14:sldIdLst>
            <p14:sldId id="573"/>
            <p14:sldId id="588"/>
            <p14:sldId id="589"/>
            <p14:sldId id="586"/>
            <p14:sldId id="590"/>
          </p14:sldIdLst>
        </p14:section>
        <p14:section name="Component Definitions" id="{86D16698-8874-0148-850F-A1AF35C1B883}">
          <p14:sldIdLst>
            <p14:sldId id="574"/>
            <p14:sldId id="529"/>
            <p14:sldId id="591"/>
            <p14:sldId id="592"/>
            <p14:sldId id="599"/>
            <p14:sldId id="535"/>
            <p14:sldId id="596"/>
            <p14:sldId id="597"/>
            <p14:sldId id="594"/>
            <p14:sldId id="595"/>
            <p14:sldId id="536"/>
            <p14:sldId id="537"/>
            <p14:sldId id="538"/>
            <p14:sldId id="539"/>
            <p14:sldId id="540"/>
          </p14:sldIdLst>
        </p14:section>
        <p14:section name="Layout Definitions" id="{04B57336-76F7-3E42-9B1B-DC06EF7009C7}">
          <p14:sldIdLst>
            <p14:sldId id="575"/>
            <p14:sldId id="530"/>
            <p14:sldId id="542"/>
            <p14:sldId id="531"/>
            <p14:sldId id="543"/>
          </p14:sldIdLst>
        </p14:section>
        <p14:section name="Nav Wrapper Definitions" id="{47CDC1B2-C5E8-CF45-AEFC-A144FCB817A3}">
          <p14:sldIdLst>
            <p14:sldId id="576"/>
            <p14:sldId id="533"/>
            <p14:sldId id="545"/>
            <p14:sldId id="600"/>
            <p14:sldId id="546"/>
            <p14:sldId id="547"/>
          </p14:sldIdLst>
        </p14:section>
        <p14:section name="Template Definitions" id="{593F6737-2264-1C41-8EB9-520724068DDE}">
          <p14:sldIdLst>
            <p14:sldId id="577"/>
            <p14:sldId id="532"/>
            <p14:sldId id="549"/>
            <p14:sldId id="550"/>
            <p14:sldId id="551"/>
            <p14:sldId id="585"/>
          </p14:sldIdLst>
        </p14:section>
        <p14:section name="Where is Component Library" id="{D0256638-53BD-D94B-8E72-6EC28FB2EA27}">
          <p14:sldIdLst>
            <p14:sldId id="572"/>
            <p14:sldId id="527"/>
            <p14:sldId id="58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95A"/>
    <a:srgbClr val="B521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96" autoAdjust="0"/>
    <p:restoredTop sz="96175" autoAdjust="0"/>
  </p:normalViewPr>
  <p:slideViewPr>
    <p:cSldViewPr snapToGrid="0" snapToObjects="1">
      <p:cViewPr varScale="1">
        <p:scale>
          <a:sx n="151" d="100"/>
          <a:sy n="151" d="100"/>
        </p:scale>
        <p:origin x="1240" y="184"/>
      </p:cViewPr>
      <p:guideLst/>
    </p:cSldViewPr>
  </p:slideViewPr>
  <p:outlineViewPr>
    <p:cViewPr>
      <p:scale>
        <a:sx n="33" d="100"/>
        <a:sy n="33" d="100"/>
      </p:scale>
      <p:origin x="0" y="-179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650"/>
    </p:cViewPr>
  </p:sorterViewPr>
  <p:notesViewPr>
    <p:cSldViewPr snapToGrid="0" snapToObjects="1">
      <p:cViewPr varScale="1">
        <p:scale>
          <a:sx n="56" d="100"/>
          <a:sy n="56" d="100"/>
        </p:scale>
        <p:origin x="2856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theme" Target="theme/theme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tableStyles" Target="tableStyles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9BF3E1-6EB0-49B2-BE21-95FD6D65287C}" type="datetimeFigureOut">
              <a:rPr lang="en-US" smtClean="0"/>
              <a:t>5/2/19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348709-76BA-47F5-BE96-E7D79077C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4880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F5E8DC-D403-4C3E-9D7C-A5781DFE6FBD}" type="datetimeFigureOut">
              <a:rPr lang="en-US" smtClean="0"/>
              <a:t>5/2/19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5492B2-0604-42AD-A7EE-8F45FD6F8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81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698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3872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7358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9405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4118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0015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8296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3927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3415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7816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7879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6882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5074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6085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3703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4472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4719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9989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2769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9598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0082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5672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6228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0939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3708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9790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7252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820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2427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17966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8473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47962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51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8483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48137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5327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40991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26708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006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creen w/ PS Graphic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68" y="2171"/>
            <a:ext cx="67499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10044" y="2532137"/>
            <a:ext cx="9144000" cy="1120331"/>
          </a:xfrm>
        </p:spPr>
        <p:txBody>
          <a:bodyPr anchor="b">
            <a:normAutofit/>
          </a:bodyPr>
          <a:lstStyle>
            <a:lvl1pPr algn="r">
              <a:defRPr sz="4400" b="0" i="0" baseline="0">
                <a:ln>
                  <a:noFill/>
                </a:ln>
                <a:solidFill>
                  <a:srgbClr val="B5217E"/>
                </a:solidFill>
                <a:latin typeface="Calibri" charset="0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10044" y="3652468"/>
            <a:ext cx="9144000" cy="456236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Example subheading text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2368" y="858602"/>
            <a:ext cx="2148810" cy="40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633821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creen Magenta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rapezoid 11"/>
          <p:cNvSpPr/>
          <p:nvPr userDrawn="1"/>
        </p:nvSpPr>
        <p:spPr>
          <a:xfrm>
            <a:off x="-31294" y="-1484"/>
            <a:ext cx="6121119" cy="6870116"/>
          </a:xfrm>
          <a:custGeom>
            <a:avLst/>
            <a:gdLst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254681 w 4339575"/>
              <a:gd name="connsiteY2" fmla="*/ 0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305481 w 4339575"/>
              <a:gd name="connsiteY2" fmla="*/ 135466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1150306 w 5489881"/>
              <a:gd name="connsiteY0" fmla="*/ 6888789 h 6888789"/>
              <a:gd name="connsiteX1" fmla="*/ 0 w 5489881"/>
              <a:gd name="connsiteY1" fmla="*/ 135468 h 6888789"/>
              <a:gd name="connsiteX2" fmla="*/ 4455787 w 5489881"/>
              <a:gd name="connsiteY2" fmla="*/ 0 h 6888789"/>
              <a:gd name="connsiteX3" fmla="*/ 5489881 w 5489881"/>
              <a:gd name="connsiteY3" fmla="*/ 6888789 h 6888789"/>
              <a:gd name="connsiteX4" fmla="*/ 1150306 w 5489881"/>
              <a:gd name="connsiteY4" fmla="*/ 6888789 h 6888789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4472720 w 5489881"/>
              <a:gd name="connsiteY2" fmla="*/ 33865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389920 w 5489881"/>
              <a:gd name="connsiteY2" fmla="*/ 50799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728587 w 5489881"/>
              <a:gd name="connsiteY2" fmla="*/ 33866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87188 h 6787188"/>
              <a:gd name="connsiteX1" fmla="*/ 0 w 5489881"/>
              <a:gd name="connsiteY1" fmla="*/ 33867 h 6787188"/>
              <a:gd name="connsiteX2" fmla="*/ 2711654 w 5489881"/>
              <a:gd name="connsiteY2" fmla="*/ 0 h 6787188"/>
              <a:gd name="connsiteX3" fmla="*/ 5489881 w 5489881"/>
              <a:gd name="connsiteY3" fmla="*/ 6787188 h 6787188"/>
              <a:gd name="connsiteX4" fmla="*/ 1150306 w 5489881"/>
              <a:gd name="connsiteY4" fmla="*/ 6787188 h 6787188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677787 w 5489881"/>
              <a:gd name="connsiteY2" fmla="*/ 16933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6268815"/>
              <a:gd name="connsiteY0" fmla="*/ 6753321 h 6973454"/>
              <a:gd name="connsiteX1" fmla="*/ 0 w 6268815"/>
              <a:gd name="connsiteY1" fmla="*/ 0 h 6973454"/>
              <a:gd name="connsiteX2" fmla="*/ 2677787 w 6268815"/>
              <a:gd name="connsiteY2" fmla="*/ 16933 h 6973454"/>
              <a:gd name="connsiteX3" fmla="*/ 6268815 w 6268815"/>
              <a:gd name="connsiteY3" fmla="*/ 6973454 h 6973454"/>
              <a:gd name="connsiteX4" fmla="*/ 1150306 w 6268815"/>
              <a:gd name="connsiteY4" fmla="*/ 6753321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678947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593886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121119"/>
              <a:gd name="connsiteY0" fmla="*/ 6939587 h 6984196"/>
              <a:gd name="connsiteX1" fmla="*/ 1160 w 6121119"/>
              <a:gd name="connsiteY1" fmla="*/ 0 h 6984196"/>
              <a:gd name="connsiteX2" fmla="*/ 2593886 w 6121119"/>
              <a:gd name="connsiteY2" fmla="*/ 16933 h 6984196"/>
              <a:gd name="connsiteX3" fmla="*/ 6121119 w 6121119"/>
              <a:gd name="connsiteY3" fmla="*/ 6984196 h 6984196"/>
              <a:gd name="connsiteX4" fmla="*/ 0 w 6121119"/>
              <a:gd name="connsiteY4" fmla="*/ 693958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592729 w 6119962"/>
              <a:gd name="connsiteY2" fmla="*/ 16933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624626 w 6119962"/>
              <a:gd name="connsiteY2" fmla="*/ 70647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20112 w 6098700"/>
              <a:gd name="connsiteY0" fmla="*/ 6939587 h 6941226"/>
              <a:gd name="connsiteX1" fmla="*/ 6 w 6098700"/>
              <a:gd name="connsiteY1" fmla="*/ 0 h 6941226"/>
              <a:gd name="connsiteX2" fmla="*/ 2603364 w 6098700"/>
              <a:gd name="connsiteY2" fmla="*/ 27677 h 6941226"/>
              <a:gd name="connsiteX3" fmla="*/ 6098700 w 6098700"/>
              <a:gd name="connsiteY3" fmla="*/ 6941226 h 6941226"/>
              <a:gd name="connsiteX4" fmla="*/ 20112 w 6098700"/>
              <a:gd name="connsiteY4" fmla="*/ 6939587 h 6941226"/>
              <a:gd name="connsiteX0" fmla="*/ 0 w 6121119"/>
              <a:gd name="connsiteY0" fmla="*/ 6918102 h 6941226"/>
              <a:gd name="connsiteX1" fmla="*/ 22425 w 6121119"/>
              <a:gd name="connsiteY1" fmla="*/ 0 h 6941226"/>
              <a:gd name="connsiteX2" fmla="*/ 2625783 w 6121119"/>
              <a:gd name="connsiteY2" fmla="*/ 27677 h 6941226"/>
              <a:gd name="connsiteX3" fmla="*/ 6121119 w 6121119"/>
              <a:gd name="connsiteY3" fmla="*/ 6941226 h 6941226"/>
              <a:gd name="connsiteX4" fmla="*/ 0 w 6121119"/>
              <a:gd name="connsiteY4" fmla="*/ 6918102 h 6941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21119" h="6941226">
                <a:moveTo>
                  <a:pt x="0" y="6918102"/>
                </a:moveTo>
                <a:cubicBezTo>
                  <a:pt x="387" y="4604906"/>
                  <a:pt x="22038" y="2313196"/>
                  <a:pt x="22425" y="0"/>
                </a:cubicBezTo>
                <a:lnTo>
                  <a:pt x="2625783" y="27677"/>
                </a:lnTo>
                <a:lnTo>
                  <a:pt x="6121119" y="6941226"/>
                </a:lnTo>
                <a:lnTo>
                  <a:pt x="0" y="6918102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10044" y="2532137"/>
            <a:ext cx="9144000" cy="1120331"/>
          </a:xfrm>
        </p:spPr>
        <p:txBody>
          <a:bodyPr anchor="b">
            <a:normAutofit/>
          </a:bodyPr>
          <a:lstStyle>
            <a:lvl1pPr algn="r">
              <a:defRPr sz="4400" b="0" i="0" baseline="0">
                <a:ln>
                  <a:noFill/>
                </a:ln>
                <a:solidFill>
                  <a:srgbClr val="B5217E"/>
                </a:solidFill>
                <a:latin typeface="Calibri" charset="0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10044" y="3652468"/>
            <a:ext cx="9144000" cy="456236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Example subheading text</a:t>
            </a:r>
          </a:p>
        </p:txBody>
      </p:sp>
      <p:sp>
        <p:nvSpPr>
          <p:cNvPr id="17" name="Subtitle 2"/>
          <p:cNvSpPr txBox="1">
            <a:spLocks/>
          </p:cNvSpPr>
          <p:nvPr userDrawn="1"/>
        </p:nvSpPr>
        <p:spPr>
          <a:xfrm>
            <a:off x="2916140" y="4351408"/>
            <a:ext cx="9144000" cy="2341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rgbClr val="B5217E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i="0" dirty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rPr>
              <a:t>Greg</a:t>
            </a:r>
            <a:r>
              <a:rPr lang="en-US" sz="1600" b="0" i="0" baseline="0" dirty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rPr>
              <a:t> Perrin </a:t>
            </a:r>
            <a:r>
              <a:rPr lang="en-US" sz="1600" b="0" i="0" dirty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rPr>
              <a:t>/ Director of Sales / December</a:t>
            </a:r>
            <a:r>
              <a:rPr lang="en-US" sz="1600" b="0" i="0" baseline="0" dirty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rPr>
              <a:t> 12, 2016</a:t>
            </a:r>
            <a:endParaRPr lang="en-US" sz="1600" b="0" i="0" dirty="0">
              <a:solidFill>
                <a:srgbClr val="00395A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2368" y="858602"/>
            <a:ext cx="2148810" cy="406841"/>
          </a:xfrm>
          <a:prstGeom prst="rect">
            <a:avLst/>
          </a:prstGeom>
        </p:spPr>
      </p:pic>
      <p:sp>
        <p:nvSpPr>
          <p:cNvPr id="20" name="Right Triangle 19"/>
          <p:cNvSpPr/>
          <p:nvPr userDrawn="1"/>
        </p:nvSpPr>
        <p:spPr>
          <a:xfrm rot="10800000" flipH="1">
            <a:off x="-31295" y="-14286"/>
            <a:ext cx="6738111" cy="3681221"/>
          </a:xfrm>
          <a:custGeom>
            <a:avLst/>
            <a:gdLst>
              <a:gd name="connsiteX0" fmla="*/ 0 w 5913047"/>
              <a:gd name="connsiteY0" fmla="*/ 3980599 h 3980599"/>
              <a:gd name="connsiteX1" fmla="*/ 0 w 5913047"/>
              <a:gd name="connsiteY1" fmla="*/ 0 h 3980599"/>
              <a:gd name="connsiteX2" fmla="*/ 5913047 w 5913047"/>
              <a:gd name="connsiteY2" fmla="*/ 3980599 h 3980599"/>
              <a:gd name="connsiteX3" fmla="*/ 0 w 5913047"/>
              <a:gd name="connsiteY3" fmla="*/ 3980599 h 3980599"/>
              <a:gd name="connsiteX0" fmla="*/ 0 w 6956034"/>
              <a:gd name="connsiteY0" fmla="*/ 3980599 h 3980599"/>
              <a:gd name="connsiteX1" fmla="*/ 0 w 6956034"/>
              <a:gd name="connsiteY1" fmla="*/ 0 h 3980599"/>
              <a:gd name="connsiteX2" fmla="*/ 6956034 w 6956034"/>
              <a:gd name="connsiteY2" fmla="*/ 3894874 h 3980599"/>
              <a:gd name="connsiteX3" fmla="*/ 0 w 6956034"/>
              <a:gd name="connsiteY3" fmla="*/ 3980599 h 3980599"/>
              <a:gd name="connsiteX0" fmla="*/ 14288 w 6956034"/>
              <a:gd name="connsiteY0" fmla="*/ 3909162 h 3909162"/>
              <a:gd name="connsiteX1" fmla="*/ 0 w 6956034"/>
              <a:gd name="connsiteY1" fmla="*/ 0 h 3909162"/>
              <a:gd name="connsiteX2" fmla="*/ 6956034 w 6956034"/>
              <a:gd name="connsiteY2" fmla="*/ 3894874 h 3909162"/>
              <a:gd name="connsiteX3" fmla="*/ 14288 w 6956034"/>
              <a:gd name="connsiteY3" fmla="*/ 3909162 h 3909162"/>
              <a:gd name="connsiteX0" fmla="*/ 634 w 6942380"/>
              <a:gd name="connsiteY0" fmla="*/ 3837724 h 3837724"/>
              <a:gd name="connsiteX1" fmla="*/ 14921 w 6942380"/>
              <a:gd name="connsiteY1" fmla="*/ 0 h 3837724"/>
              <a:gd name="connsiteX2" fmla="*/ 6942380 w 6942380"/>
              <a:gd name="connsiteY2" fmla="*/ 3823436 h 3837724"/>
              <a:gd name="connsiteX3" fmla="*/ 634 w 6942380"/>
              <a:gd name="connsiteY3" fmla="*/ 3837724 h 3837724"/>
              <a:gd name="connsiteX0" fmla="*/ 414 w 6942160"/>
              <a:gd name="connsiteY0" fmla="*/ 3709136 h 3709136"/>
              <a:gd name="connsiteX1" fmla="*/ 28989 w 6942160"/>
              <a:gd name="connsiteY1" fmla="*/ 0 h 3709136"/>
              <a:gd name="connsiteX2" fmla="*/ 6942160 w 6942160"/>
              <a:gd name="connsiteY2" fmla="*/ 3694848 h 3709136"/>
              <a:gd name="connsiteX3" fmla="*/ 414 w 6942160"/>
              <a:gd name="connsiteY3" fmla="*/ 3709136 h 3709136"/>
              <a:gd name="connsiteX0" fmla="*/ 414 w 6942160"/>
              <a:gd name="connsiteY0" fmla="*/ 3751998 h 3751998"/>
              <a:gd name="connsiteX1" fmla="*/ 28989 w 6942160"/>
              <a:gd name="connsiteY1" fmla="*/ 0 h 3751998"/>
              <a:gd name="connsiteX2" fmla="*/ 6942160 w 6942160"/>
              <a:gd name="connsiteY2" fmla="*/ 3737710 h 3751998"/>
              <a:gd name="connsiteX3" fmla="*/ 414 w 6942160"/>
              <a:gd name="connsiteY3" fmla="*/ 3751998 h 3751998"/>
              <a:gd name="connsiteX0" fmla="*/ 71438 w 7013184"/>
              <a:gd name="connsiteY0" fmla="*/ 3780573 h 3780573"/>
              <a:gd name="connsiteX1" fmla="*/ 0 w 7013184"/>
              <a:gd name="connsiteY1" fmla="*/ 0 h 3780573"/>
              <a:gd name="connsiteX2" fmla="*/ 7013184 w 7013184"/>
              <a:gd name="connsiteY2" fmla="*/ 3766285 h 3780573"/>
              <a:gd name="connsiteX3" fmla="*/ 71438 w 7013184"/>
              <a:gd name="connsiteY3" fmla="*/ 3780573 h 3780573"/>
              <a:gd name="connsiteX0" fmla="*/ 1374 w 7014558"/>
              <a:gd name="connsiteY0" fmla="*/ 3780573 h 3780573"/>
              <a:gd name="connsiteX1" fmla="*/ 1374 w 7014558"/>
              <a:gd name="connsiteY1" fmla="*/ 0 h 3780573"/>
              <a:gd name="connsiteX2" fmla="*/ 7014558 w 7014558"/>
              <a:gd name="connsiteY2" fmla="*/ 3766285 h 3780573"/>
              <a:gd name="connsiteX3" fmla="*/ 1374 w 7014558"/>
              <a:gd name="connsiteY3" fmla="*/ 3780573 h 3780573"/>
              <a:gd name="connsiteX0" fmla="*/ 1374 w 6334075"/>
              <a:gd name="connsiteY0" fmla="*/ 3780573 h 3798182"/>
              <a:gd name="connsiteX1" fmla="*/ 1374 w 6334075"/>
              <a:gd name="connsiteY1" fmla="*/ 0 h 3798182"/>
              <a:gd name="connsiteX2" fmla="*/ 6334075 w 6334075"/>
              <a:gd name="connsiteY2" fmla="*/ 3798182 h 3798182"/>
              <a:gd name="connsiteX3" fmla="*/ 1374 w 6334075"/>
              <a:gd name="connsiteY3" fmla="*/ 3780573 h 3798182"/>
              <a:gd name="connsiteX0" fmla="*/ 1374 w 5058168"/>
              <a:gd name="connsiteY0" fmla="*/ 3780573 h 3883242"/>
              <a:gd name="connsiteX1" fmla="*/ 1374 w 5058168"/>
              <a:gd name="connsiteY1" fmla="*/ 0 h 3883242"/>
              <a:gd name="connsiteX2" fmla="*/ 5058168 w 5058168"/>
              <a:gd name="connsiteY2" fmla="*/ 3883242 h 3883242"/>
              <a:gd name="connsiteX3" fmla="*/ 1374 w 5058168"/>
              <a:gd name="connsiteY3" fmla="*/ 3780573 h 3883242"/>
              <a:gd name="connsiteX0" fmla="*/ 1374 w 3750363"/>
              <a:gd name="connsiteY0" fmla="*/ 3780573 h 3989567"/>
              <a:gd name="connsiteX1" fmla="*/ 1374 w 3750363"/>
              <a:gd name="connsiteY1" fmla="*/ 0 h 3989567"/>
              <a:gd name="connsiteX2" fmla="*/ 3750363 w 3750363"/>
              <a:gd name="connsiteY2" fmla="*/ 3989567 h 3989567"/>
              <a:gd name="connsiteX3" fmla="*/ 1374 w 3750363"/>
              <a:gd name="connsiteY3" fmla="*/ 3780573 h 3989567"/>
              <a:gd name="connsiteX0" fmla="*/ 1374 w 5515368"/>
              <a:gd name="connsiteY0" fmla="*/ 3780573 h 3780573"/>
              <a:gd name="connsiteX1" fmla="*/ 1374 w 5515368"/>
              <a:gd name="connsiteY1" fmla="*/ 0 h 3780573"/>
              <a:gd name="connsiteX2" fmla="*/ 5515368 w 5515368"/>
              <a:gd name="connsiteY2" fmla="*/ 3745018 h 3780573"/>
              <a:gd name="connsiteX3" fmla="*/ 1374 w 5515368"/>
              <a:gd name="connsiteY3" fmla="*/ 3780573 h 3780573"/>
              <a:gd name="connsiteX0" fmla="*/ 1374 w 7429229"/>
              <a:gd name="connsiteY0" fmla="*/ 3780573 h 3780573"/>
              <a:gd name="connsiteX1" fmla="*/ 1374 w 7429229"/>
              <a:gd name="connsiteY1" fmla="*/ 0 h 3780573"/>
              <a:gd name="connsiteX2" fmla="*/ 7429229 w 7429229"/>
              <a:gd name="connsiteY2" fmla="*/ 3766283 h 3780573"/>
              <a:gd name="connsiteX3" fmla="*/ 1374 w 7429229"/>
              <a:gd name="connsiteY3" fmla="*/ 3780573 h 3780573"/>
              <a:gd name="connsiteX0" fmla="*/ 735 w 7428590"/>
              <a:gd name="connsiteY0" fmla="*/ 4003857 h 4003857"/>
              <a:gd name="connsiteX1" fmla="*/ 11367 w 7428590"/>
              <a:gd name="connsiteY1" fmla="*/ 0 h 4003857"/>
              <a:gd name="connsiteX2" fmla="*/ 7428590 w 7428590"/>
              <a:gd name="connsiteY2" fmla="*/ 3989567 h 4003857"/>
              <a:gd name="connsiteX3" fmla="*/ 735 w 7428590"/>
              <a:gd name="connsiteY3" fmla="*/ 4003857 h 4003857"/>
              <a:gd name="connsiteX0" fmla="*/ 1376 w 7418598"/>
              <a:gd name="connsiteY0" fmla="*/ 3855001 h 3989567"/>
              <a:gd name="connsiteX1" fmla="*/ 1375 w 7418598"/>
              <a:gd name="connsiteY1" fmla="*/ 0 h 3989567"/>
              <a:gd name="connsiteX2" fmla="*/ 7418598 w 7418598"/>
              <a:gd name="connsiteY2" fmla="*/ 3989567 h 3989567"/>
              <a:gd name="connsiteX3" fmla="*/ 1376 w 7418598"/>
              <a:gd name="connsiteY3" fmla="*/ 3855001 h 3989567"/>
              <a:gd name="connsiteX0" fmla="*/ 10634 w 7417223"/>
              <a:gd name="connsiteY0" fmla="*/ 3971960 h 3989567"/>
              <a:gd name="connsiteX1" fmla="*/ 0 w 7417223"/>
              <a:gd name="connsiteY1" fmla="*/ 0 h 3989567"/>
              <a:gd name="connsiteX2" fmla="*/ 7417223 w 7417223"/>
              <a:gd name="connsiteY2" fmla="*/ 3989567 h 3989567"/>
              <a:gd name="connsiteX3" fmla="*/ 10634 w 7417223"/>
              <a:gd name="connsiteY3" fmla="*/ 3971960 h 3989567"/>
              <a:gd name="connsiteX0" fmla="*/ 10634 w 6417762"/>
              <a:gd name="connsiteY0" fmla="*/ 3971960 h 3971960"/>
              <a:gd name="connsiteX1" fmla="*/ 0 w 6417762"/>
              <a:gd name="connsiteY1" fmla="*/ 0 h 3971960"/>
              <a:gd name="connsiteX2" fmla="*/ 6417762 w 6417762"/>
              <a:gd name="connsiteY2" fmla="*/ 3649325 h 3971960"/>
              <a:gd name="connsiteX3" fmla="*/ 10634 w 6417762"/>
              <a:gd name="connsiteY3" fmla="*/ 3971960 h 3971960"/>
              <a:gd name="connsiteX0" fmla="*/ 10634 w 5822339"/>
              <a:gd name="connsiteY0" fmla="*/ 3971960 h 3971960"/>
              <a:gd name="connsiteX1" fmla="*/ 0 w 5822339"/>
              <a:gd name="connsiteY1" fmla="*/ 0 h 3971960"/>
              <a:gd name="connsiteX2" fmla="*/ 5822339 w 5822339"/>
              <a:gd name="connsiteY2" fmla="*/ 2713660 h 3971960"/>
              <a:gd name="connsiteX3" fmla="*/ 10634 w 5822339"/>
              <a:gd name="connsiteY3" fmla="*/ 3971960 h 3971960"/>
              <a:gd name="connsiteX0" fmla="*/ 10634 w 6991920"/>
              <a:gd name="connsiteY0" fmla="*/ 3971960 h 3978934"/>
              <a:gd name="connsiteX1" fmla="*/ 0 w 6991920"/>
              <a:gd name="connsiteY1" fmla="*/ 0 h 3978934"/>
              <a:gd name="connsiteX2" fmla="*/ 6991920 w 6991920"/>
              <a:gd name="connsiteY2" fmla="*/ 3978934 h 3978934"/>
              <a:gd name="connsiteX3" fmla="*/ 10634 w 6991920"/>
              <a:gd name="connsiteY3" fmla="*/ 3971960 h 3978934"/>
              <a:gd name="connsiteX0" fmla="*/ 10634 w 6736738"/>
              <a:gd name="connsiteY0" fmla="*/ 3971960 h 3989566"/>
              <a:gd name="connsiteX1" fmla="*/ 0 w 6736738"/>
              <a:gd name="connsiteY1" fmla="*/ 0 h 3989566"/>
              <a:gd name="connsiteX2" fmla="*/ 6736738 w 6736738"/>
              <a:gd name="connsiteY2" fmla="*/ 3989566 h 3989566"/>
              <a:gd name="connsiteX3" fmla="*/ 10634 w 6736738"/>
              <a:gd name="connsiteY3" fmla="*/ 3971960 h 3989566"/>
              <a:gd name="connsiteX0" fmla="*/ 42532 w 6768636"/>
              <a:gd name="connsiteY0" fmla="*/ 3663615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42532 w 6768636"/>
              <a:gd name="connsiteY3" fmla="*/ 3663615 h 3681221"/>
              <a:gd name="connsiteX0" fmla="*/ 21267 w 6768636"/>
              <a:gd name="connsiteY0" fmla="*/ 3674248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21267 w 6768636"/>
              <a:gd name="connsiteY3" fmla="*/ 3674248 h 368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636" h="3681221">
                <a:moveTo>
                  <a:pt x="21267" y="3674248"/>
                </a:moveTo>
                <a:cubicBezTo>
                  <a:pt x="16504" y="2371194"/>
                  <a:pt x="4763" y="1303054"/>
                  <a:pt x="0" y="0"/>
                </a:cubicBezTo>
                <a:lnTo>
                  <a:pt x="6768636" y="3681221"/>
                </a:lnTo>
                <a:lnTo>
                  <a:pt x="21267" y="3674248"/>
                </a:lnTo>
                <a:close/>
              </a:path>
            </a:pathLst>
          </a:custGeom>
          <a:solidFill>
            <a:srgbClr val="B5217E"/>
          </a:solidFill>
          <a:ln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54401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creen Blue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rapezoid 11"/>
          <p:cNvSpPr/>
          <p:nvPr userDrawn="1"/>
        </p:nvSpPr>
        <p:spPr>
          <a:xfrm>
            <a:off x="-31294" y="-1484"/>
            <a:ext cx="6121119" cy="6870116"/>
          </a:xfrm>
          <a:custGeom>
            <a:avLst/>
            <a:gdLst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254681 w 4339575"/>
              <a:gd name="connsiteY2" fmla="*/ 0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305481 w 4339575"/>
              <a:gd name="connsiteY2" fmla="*/ 135466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1150306 w 5489881"/>
              <a:gd name="connsiteY0" fmla="*/ 6888789 h 6888789"/>
              <a:gd name="connsiteX1" fmla="*/ 0 w 5489881"/>
              <a:gd name="connsiteY1" fmla="*/ 135468 h 6888789"/>
              <a:gd name="connsiteX2" fmla="*/ 4455787 w 5489881"/>
              <a:gd name="connsiteY2" fmla="*/ 0 h 6888789"/>
              <a:gd name="connsiteX3" fmla="*/ 5489881 w 5489881"/>
              <a:gd name="connsiteY3" fmla="*/ 6888789 h 6888789"/>
              <a:gd name="connsiteX4" fmla="*/ 1150306 w 5489881"/>
              <a:gd name="connsiteY4" fmla="*/ 6888789 h 6888789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4472720 w 5489881"/>
              <a:gd name="connsiteY2" fmla="*/ 33865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389920 w 5489881"/>
              <a:gd name="connsiteY2" fmla="*/ 50799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728587 w 5489881"/>
              <a:gd name="connsiteY2" fmla="*/ 33866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87188 h 6787188"/>
              <a:gd name="connsiteX1" fmla="*/ 0 w 5489881"/>
              <a:gd name="connsiteY1" fmla="*/ 33867 h 6787188"/>
              <a:gd name="connsiteX2" fmla="*/ 2711654 w 5489881"/>
              <a:gd name="connsiteY2" fmla="*/ 0 h 6787188"/>
              <a:gd name="connsiteX3" fmla="*/ 5489881 w 5489881"/>
              <a:gd name="connsiteY3" fmla="*/ 6787188 h 6787188"/>
              <a:gd name="connsiteX4" fmla="*/ 1150306 w 5489881"/>
              <a:gd name="connsiteY4" fmla="*/ 6787188 h 6787188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677787 w 5489881"/>
              <a:gd name="connsiteY2" fmla="*/ 16933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6268815"/>
              <a:gd name="connsiteY0" fmla="*/ 6753321 h 6973454"/>
              <a:gd name="connsiteX1" fmla="*/ 0 w 6268815"/>
              <a:gd name="connsiteY1" fmla="*/ 0 h 6973454"/>
              <a:gd name="connsiteX2" fmla="*/ 2677787 w 6268815"/>
              <a:gd name="connsiteY2" fmla="*/ 16933 h 6973454"/>
              <a:gd name="connsiteX3" fmla="*/ 6268815 w 6268815"/>
              <a:gd name="connsiteY3" fmla="*/ 6973454 h 6973454"/>
              <a:gd name="connsiteX4" fmla="*/ 1150306 w 6268815"/>
              <a:gd name="connsiteY4" fmla="*/ 6753321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678947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593886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121119"/>
              <a:gd name="connsiteY0" fmla="*/ 6939587 h 6984196"/>
              <a:gd name="connsiteX1" fmla="*/ 1160 w 6121119"/>
              <a:gd name="connsiteY1" fmla="*/ 0 h 6984196"/>
              <a:gd name="connsiteX2" fmla="*/ 2593886 w 6121119"/>
              <a:gd name="connsiteY2" fmla="*/ 16933 h 6984196"/>
              <a:gd name="connsiteX3" fmla="*/ 6121119 w 6121119"/>
              <a:gd name="connsiteY3" fmla="*/ 6984196 h 6984196"/>
              <a:gd name="connsiteX4" fmla="*/ 0 w 6121119"/>
              <a:gd name="connsiteY4" fmla="*/ 693958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592729 w 6119962"/>
              <a:gd name="connsiteY2" fmla="*/ 16933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624626 w 6119962"/>
              <a:gd name="connsiteY2" fmla="*/ 70647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20112 w 6098700"/>
              <a:gd name="connsiteY0" fmla="*/ 6939587 h 6941226"/>
              <a:gd name="connsiteX1" fmla="*/ 6 w 6098700"/>
              <a:gd name="connsiteY1" fmla="*/ 0 h 6941226"/>
              <a:gd name="connsiteX2" fmla="*/ 2603364 w 6098700"/>
              <a:gd name="connsiteY2" fmla="*/ 27677 h 6941226"/>
              <a:gd name="connsiteX3" fmla="*/ 6098700 w 6098700"/>
              <a:gd name="connsiteY3" fmla="*/ 6941226 h 6941226"/>
              <a:gd name="connsiteX4" fmla="*/ 20112 w 6098700"/>
              <a:gd name="connsiteY4" fmla="*/ 6939587 h 6941226"/>
              <a:gd name="connsiteX0" fmla="*/ 0 w 6121119"/>
              <a:gd name="connsiteY0" fmla="*/ 6918102 h 6941226"/>
              <a:gd name="connsiteX1" fmla="*/ 22425 w 6121119"/>
              <a:gd name="connsiteY1" fmla="*/ 0 h 6941226"/>
              <a:gd name="connsiteX2" fmla="*/ 2625783 w 6121119"/>
              <a:gd name="connsiteY2" fmla="*/ 27677 h 6941226"/>
              <a:gd name="connsiteX3" fmla="*/ 6121119 w 6121119"/>
              <a:gd name="connsiteY3" fmla="*/ 6941226 h 6941226"/>
              <a:gd name="connsiteX4" fmla="*/ 0 w 6121119"/>
              <a:gd name="connsiteY4" fmla="*/ 6918102 h 6941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21119" h="6941226">
                <a:moveTo>
                  <a:pt x="0" y="6918102"/>
                </a:moveTo>
                <a:cubicBezTo>
                  <a:pt x="387" y="4604906"/>
                  <a:pt x="22038" y="2313196"/>
                  <a:pt x="22425" y="0"/>
                </a:cubicBezTo>
                <a:lnTo>
                  <a:pt x="2625783" y="27677"/>
                </a:lnTo>
                <a:lnTo>
                  <a:pt x="6121119" y="6941226"/>
                </a:lnTo>
                <a:lnTo>
                  <a:pt x="0" y="6918102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10044" y="2532137"/>
            <a:ext cx="9144000" cy="1120331"/>
          </a:xfrm>
        </p:spPr>
        <p:txBody>
          <a:bodyPr anchor="b">
            <a:normAutofit/>
          </a:bodyPr>
          <a:lstStyle>
            <a:lvl1pPr algn="r">
              <a:defRPr sz="4400" b="0" i="0" baseline="0">
                <a:ln>
                  <a:noFill/>
                </a:ln>
                <a:solidFill>
                  <a:srgbClr val="B5217E"/>
                </a:solidFill>
                <a:latin typeface="Calibri" charset="0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10044" y="3652468"/>
            <a:ext cx="9144000" cy="456236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Example subheading text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2368" y="858602"/>
            <a:ext cx="2148810" cy="406841"/>
          </a:xfrm>
          <a:prstGeom prst="rect">
            <a:avLst/>
          </a:prstGeom>
        </p:spPr>
      </p:pic>
      <p:sp>
        <p:nvSpPr>
          <p:cNvPr id="20" name="Right Triangle 19"/>
          <p:cNvSpPr/>
          <p:nvPr userDrawn="1"/>
        </p:nvSpPr>
        <p:spPr>
          <a:xfrm rot="10800000" flipH="1">
            <a:off x="-31295" y="-14286"/>
            <a:ext cx="6738111" cy="3681221"/>
          </a:xfrm>
          <a:custGeom>
            <a:avLst/>
            <a:gdLst>
              <a:gd name="connsiteX0" fmla="*/ 0 w 5913047"/>
              <a:gd name="connsiteY0" fmla="*/ 3980599 h 3980599"/>
              <a:gd name="connsiteX1" fmla="*/ 0 w 5913047"/>
              <a:gd name="connsiteY1" fmla="*/ 0 h 3980599"/>
              <a:gd name="connsiteX2" fmla="*/ 5913047 w 5913047"/>
              <a:gd name="connsiteY2" fmla="*/ 3980599 h 3980599"/>
              <a:gd name="connsiteX3" fmla="*/ 0 w 5913047"/>
              <a:gd name="connsiteY3" fmla="*/ 3980599 h 3980599"/>
              <a:gd name="connsiteX0" fmla="*/ 0 w 6956034"/>
              <a:gd name="connsiteY0" fmla="*/ 3980599 h 3980599"/>
              <a:gd name="connsiteX1" fmla="*/ 0 w 6956034"/>
              <a:gd name="connsiteY1" fmla="*/ 0 h 3980599"/>
              <a:gd name="connsiteX2" fmla="*/ 6956034 w 6956034"/>
              <a:gd name="connsiteY2" fmla="*/ 3894874 h 3980599"/>
              <a:gd name="connsiteX3" fmla="*/ 0 w 6956034"/>
              <a:gd name="connsiteY3" fmla="*/ 3980599 h 3980599"/>
              <a:gd name="connsiteX0" fmla="*/ 14288 w 6956034"/>
              <a:gd name="connsiteY0" fmla="*/ 3909162 h 3909162"/>
              <a:gd name="connsiteX1" fmla="*/ 0 w 6956034"/>
              <a:gd name="connsiteY1" fmla="*/ 0 h 3909162"/>
              <a:gd name="connsiteX2" fmla="*/ 6956034 w 6956034"/>
              <a:gd name="connsiteY2" fmla="*/ 3894874 h 3909162"/>
              <a:gd name="connsiteX3" fmla="*/ 14288 w 6956034"/>
              <a:gd name="connsiteY3" fmla="*/ 3909162 h 3909162"/>
              <a:gd name="connsiteX0" fmla="*/ 634 w 6942380"/>
              <a:gd name="connsiteY0" fmla="*/ 3837724 h 3837724"/>
              <a:gd name="connsiteX1" fmla="*/ 14921 w 6942380"/>
              <a:gd name="connsiteY1" fmla="*/ 0 h 3837724"/>
              <a:gd name="connsiteX2" fmla="*/ 6942380 w 6942380"/>
              <a:gd name="connsiteY2" fmla="*/ 3823436 h 3837724"/>
              <a:gd name="connsiteX3" fmla="*/ 634 w 6942380"/>
              <a:gd name="connsiteY3" fmla="*/ 3837724 h 3837724"/>
              <a:gd name="connsiteX0" fmla="*/ 414 w 6942160"/>
              <a:gd name="connsiteY0" fmla="*/ 3709136 h 3709136"/>
              <a:gd name="connsiteX1" fmla="*/ 28989 w 6942160"/>
              <a:gd name="connsiteY1" fmla="*/ 0 h 3709136"/>
              <a:gd name="connsiteX2" fmla="*/ 6942160 w 6942160"/>
              <a:gd name="connsiteY2" fmla="*/ 3694848 h 3709136"/>
              <a:gd name="connsiteX3" fmla="*/ 414 w 6942160"/>
              <a:gd name="connsiteY3" fmla="*/ 3709136 h 3709136"/>
              <a:gd name="connsiteX0" fmla="*/ 414 w 6942160"/>
              <a:gd name="connsiteY0" fmla="*/ 3751998 h 3751998"/>
              <a:gd name="connsiteX1" fmla="*/ 28989 w 6942160"/>
              <a:gd name="connsiteY1" fmla="*/ 0 h 3751998"/>
              <a:gd name="connsiteX2" fmla="*/ 6942160 w 6942160"/>
              <a:gd name="connsiteY2" fmla="*/ 3737710 h 3751998"/>
              <a:gd name="connsiteX3" fmla="*/ 414 w 6942160"/>
              <a:gd name="connsiteY3" fmla="*/ 3751998 h 3751998"/>
              <a:gd name="connsiteX0" fmla="*/ 71438 w 7013184"/>
              <a:gd name="connsiteY0" fmla="*/ 3780573 h 3780573"/>
              <a:gd name="connsiteX1" fmla="*/ 0 w 7013184"/>
              <a:gd name="connsiteY1" fmla="*/ 0 h 3780573"/>
              <a:gd name="connsiteX2" fmla="*/ 7013184 w 7013184"/>
              <a:gd name="connsiteY2" fmla="*/ 3766285 h 3780573"/>
              <a:gd name="connsiteX3" fmla="*/ 71438 w 7013184"/>
              <a:gd name="connsiteY3" fmla="*/ 3780573 h 3780573"/>
              <a:gd name="connsiteX0" fmla="*/ 1374 w 7014558"/>
              <a:gd name="connsiteY0" fmla="*/ 3780573 h 3780573"/>
              <a:gd name="connsiteX1" fmla="*/ 1374 w 7014558"/>
              <a:gd name="connsiteY1" fmla="*/ 0 h 3780573"/>
              <a:gd name="connsiteX2" fmla="*/ 7014558 w 7014558"/>
              <a:gd name="connsiteY2" fmla="*/ 3766285 h 3780573"/>
              <a:gd name="connsiteX3" fmla="*/ 1374 w 7014558"/>
              <a:gd name="connsiteY3" fmla="*/ 3780573 h 3780573"/>
              <a:gd name="connsiteX0" fmla="*/ 1374 w 6334075"/>
              <a:gd name="connsiteY0" fmla="*/ 3780573 h 3798182"/>
              <a:gd name="connsiteX1" fmla="*/ 1374 w 6334075"/>
              <a:gd name="connsiteY1" fmla="*/ 0 h 3798182"/>
              <a:gd name="connsiteX2" fmla="*/ 6334075 w 6334075"/>
              <a:gd name="connsiteY2" fmla="*/ 3798182 h 3798182"/>
              <a:gd name="connsiteX3" fmla="*/ 1374 w 6334075"/>
              <a:gd name="connsiteY3" fmla="*/ 3780573 h 3798182"/>
              <a:gd name="connsiteX0" fmla="*/ 1374 w 5058168"/>
              <a:gd name="connsiteY0" fmla="*/ 3780573 h 3883242"/>
              <a:gd name="connsiteX1" fmla="*/ 1374 w 5058168"/>
              <a:gd name="connsiteY1" fmla="*/ 0 h 3883242"/>
              <a:gd name="connsiteX2" fmla="*/ 5058168 w 5058168"/>
              <a:gd name="connsiteY2" fmla="*/ 3883242 h 3883242"/>
              <a:gd name="connsiteX3" fmla="*/ 1374 w 5058168"/>
              <a:gd name="connsiteY3" fmla="*/ 3780573 h 3883242"/>
              <a:gd name="connsiteX0" fmla="*/ 1374 w 3750363"/>
              <a:gd name="connsiteY0" fmla="*/ 3780573 h 3989567"/>
              <a:gd name="connsiteX1" fmla="*/ 1374 w 3750363"/>
              <a:gd name="connsiteY1" fmla="*/ 0 h 3989567"/>
              <a:gd name="connsiteX2" fmla="*/ 3750363 w 3750363"/>
              <a:gd name="connsiteY2" fmla="*/ 3989567 h 3989567"/>
              <a:gd name="connsiteX3" fmla="*/ 1374 w 3750363"/>
              <a:gd name="connsiteY3" fmla="*/ 3780573 h 3989567"/>
              <a:gd name="connsiteX0" fmla="*/ 1374 w 5515368"/>
              <a:gd name="connsiteY0" fmla="*/ 3780573 h 3780573"/>
              <a:gd name="connsiteX1" fmla="*/ 1374 w 5515368"/>
              <a:gd name="connsiteY1" fmla="*/ 0 h 3780573"/>
              <a:gd name="connsiteX2" fmla="*/ 5515368 w 5515368"/>
              <a:gd name="connsiteY2" fmla="*/ 3745018 h 3780573"/>
              <a:gd name="connsiteX3" fmla="*/ 1374 w 5515368"/>
              <a:gd name="connsiteY3" fmla="*/ 3780573 h 3780573"/>
              <a:gd name="connsiteX0" fmla="*/ 1374 w 7429229"/>
              <a:gd name="connsiteY0" fmla="*/ 3780573 h 3780573"/>
              <a:gd name="connsiteX1" fmla="*/ 1374 w 7429229"/>
              <a:gd name="connsiteY1" fmla="*/ 0 h 3780573"/>
              <a:gd name="connsiteX2" fmla="*/ 7429229 w 7429229"/>
              <a:gd name="connsiteY2" fmla="*/ 3766283 h 3780573"/>
              <a:gd name="connsiteX3" fmla="*/ 1374 w 7429229"/>
              <a:gd name="connsiteY3" fmla="*/ 3780573 h 3780573"/>
              <a:gd name="connsiteX0" fmla="*/ 735 w 7428590"/>
              <a:gd name="connsiteY0" fmla="*/ 4003857 h 4003857"/>
              <a:gd name="connsiteX1" fmla="*/ 11367 w 7428590"/>
              <a:gd name="connsiteY1" fmla="*/ 0 h 4003857"/>
              <a:gd name="connsiteX2" fmla="*/ 7428590 w 7428590"/>
              <a:gd name="connsiteY2" fmla="*/ 3989567 h 4003857"/>
              <a:gd name="connsiteX3" fmla="*/ 735 w 7428590"/>
              <a:gd name="connsiteY3" fmla="*/ 4003857 h 4003857"/>
              <a:gd name="connsiteX0" fmla="*/ 1376 w 7418598"/>
              <a:gd name="connsiteY0" fmla="*/ 3855001 h 3989567"/>
              <a:gd name="connsiteX1" fmla="*/ 1375 w 7418598"/>
              <a:gd name="connsiteY1" fmla="*/ 0 h 3989567"/>
              <a:gd name="connsiteX2" fmla="*/ 7418598 w 7418598"/>
              <a:gd name="connsiteY2" fmla="*/ 3989567 h 3989567"/>
              <a:gd name="connsiteX3" fmla="*/ 1376 w 7418598"/>
              <a:gd name="connsiteY3" fmla="*/ 3855001 h 3989567"/>
              <a:gd name="connsiteX0" fmla="*/ 10634 w 7417223"/>
              <a:gd name="connsiteY0" fmla="*/ 3971960 h 3989567"/>
              <a:gd name="connsiteX1" fmla="*/ 0 w 7417223"/>
              <a:gd name="connsiteY1" fmla="*/ 0 h 3989567"/>
              <a:gd name="connsiteX2" fmla="*/ 7417223 w 7417223"/>
              <a:gd name="connsiteY2" fmla="*/ 3989567 h 3989567"/>
              <a:gd name="connsiteX3" fmla="*/ 10634 w 7417223"/>
              <a:gd name="connsiteY3" fmla="*/ 3971960 h 3989567"/>
              <a:gd name="connsiteX0" fmla="*/ 10634 w 6417762"/>
              <a:gd name="connsiteY0" fmla="*/ 3971960 h 3971960"/>
              <a:gd name="connsiteX1" fmla="*/ 0 w 6417762"/>
              <a:gd name="connsiteY1" fmla="*/ 0 h 3971960"/>
              <a:gd name="connsiteX2" fmla="*/ 6417762 w 6417762"/>
              <a:gd name="connsiteY2" fmla="*/ 3649325 h 3971960"/>
              <a:gd name="connsiteX3" fmla="*/ 10634 w 6417762"/>
              <a:gd name="connsiteY3" fmla="*/ 3971960 h 3971960"/>
              <a:gd name="connsiteX0" fmla="*/ 10634 w 5822339"/>
              <a:gd name="connsiteY0" fmla="*/ 3971960 h 3971960"/>
              <a:gd name="connsiteX1" fmla="*/ 0 w 5822339"/>
              <a:gd name="connsiteY1" fmla="*/ 0 h 3971960"/>
              <a:gd name="connsiteX2" fmla="*/ 5822339 w 5822339"/>
              <a:gd name="connsiteY2" fmla="*/ 2713660 h 3971960"/>
              <a:gd name="connsiteX3" fmla="*/ 10634 w 5822339"/>
              <a:gd name="connsiteY3" fmla="*/ 3971960 h 3971960"/>
              <a:gd name="connsiteX0" fmla="*/ 10634 w 6991920"/>
              <a:gd name="connsiteY0" fmla="*/ 3971960 h 3978934"/>
              <a:gd name="connsiteX1" fmla="*/ 0 w 6991920"/>
              <a:gd name="connsiteY1" fmla="*/ 0 h 3978934"/>
              <a:gd name="connsiteX2" fmla="*/ 6991920 w 6991920"/>
              <a:gd name="connsiteY2" fmla="*/ 3978934 h 3978934"/>
              <a:gd name="connsiteX3" fmla="*/ 10634 w 6991920"/>
              <a:gd name="connsiteY3" fmla="*/ 3971960 h 3978934"/>
              <a:gd name="connsiteX0" fmla="*/ 10634 w 6736738"/>
              <a:gd name="connsiteY0" fmla="*/ 3971960 h 3989566"/>
              <a:gd name="connsiteX1" fmla="*/ 0 w 6736738"/>
              <a:gd name="connsiteY1" fmla="*/ 0 h 3989566"/>
              <a:gd name="connsiteX2" fmla="*/ 6736738 w 6736738"/>
              <a:gd name="connsiteY2" fmla="*/ 3989566 h 3989566"/>
              <a:gd name="connsiteX3" fmla="*/ 10634 w 6736738"/>
              <a:gd name="connsiteY3" fmla="*/ 3971960 h 3989566"/>
              <a:gd name="connsiteX0" fmla="*/ 42532 w 6768636"/>
              <a:gd name="connsiteY0" fmla="*/ 3663615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42532 w 6768636"/>
              <a:gd name="connsiteY3" fmla="*/ 3663615 h 3681221"/>
              <a:gd name="connsiteX0" fmla="*/ 21267 w 6768636"/>
              <a:gd name="connsiteY0" fmla="*/ 3674248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21267 w 6768636"/>
              <a:gd name="connsiteY3" fmla="*/ 3674248 h 368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636" h="3681221">
                <a:moveTo>
                  <a:pt x="21267" y="3674248"/>
                </a:moveTo>
                <a:cubicBezTo>
                  <a:pt x="16504" y="2371194"/>
                  <a:pt x="4763" y="1303054"/>
                  <a:pt x="0" y="0"/>
                </a:cubicBezTo>
                <a:lnTo>
                  <a:pt x="6768636" y="3681221"/>
                </a:lnTo>
                <a:lnTo>
                  <a:pt x="21267" y="3674248"/>
                </a:lnTo>
                <a:close/>
              </a:path>
            </a:pathLst>
          </a:custGeom>
          <a:solidFill>
            <a:srgbClr val="00395A"/>
          </a:solidFill>
          <a:ln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730254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screen 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1395" cy="7187659"/>
          </a:xfrm>
          <a:prstGeom prst="rect">
            <a:avLst/>
          </a:prstGeom>
          <a:solidFill>
            <a:srgbClr val="B521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10044" y="2532137"/>
            <a:ext cx="9144000" cy="1120331"/>
          </a:xfrm>
        </p:spPr>
        <p:txBody>
          <a:bodyPr anchor="b">
            <a:normAutofit/>
          </a:bodyPr>
          <a:lstStyle>
            <a:lvl1pPr algn="r">
              <a:defRPr sz="44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Divider Screen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10044" y="3652468"/>
            <a:ext cx="9144000" cy="456236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Example subheading text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2368" y="859536"/>
            <a:ext cx="2125014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180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vider screen 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605" y="-42204"/>
            <a:ext cx="12191395" cy="6886576"/>
          </a:xfrm>
          <a:prstGeom prst="rect">
            <a:avLst/>
          </a:prstGeom>
          <a:solidFill>
            <a:srgbClr val="003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10044" y="2532137"/>
            <a:ext cx="9144000" cy="1120331"/>
          </a:xfrm>
        </p:spPr>
        <p:txBody>
          <a:bodyPr anchor="b">
            <a:normAutofit/>
          </a:bodyPr>
          <a:lstStyle>
            <a:lvl1pPr algn="r">
              <a:defRPr sz="44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Divider Screen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10044" y="3652468"/>
            <a:ext cx="9144000" cy="456236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Example subheading text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2368" y="859536"/>
            <a:ext cx="2125014" cy="4023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67533138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utlin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t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rgbClr val="B5217E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Content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lnSpc>
                <a:spcPct val="150000"/>
              </a:lnSpc>
              <a:defRPr sz="24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Lorem </a:t>
            </a:r>
            <a:r>
              <a:rPr lang="en-US" dirty="0" err="1"/>
              <a:t>ispum</a:t>
            </a:r>
            <a:r>
              <a:rPr lang="en-US" dirty="0"/>
              <a:t> dolor</a:t>
            </a:r>
          </a:p>
          <a:p>
            <a:pPr lvl="0"/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lvl="0"/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Magna </a:t>
            </a:r>
            <a:r>
              <a:rPr lang="en-US" dirty="0" err="1"/>
              <a:t>aliqua</a:t>
            </a:r>
            <a:endParaRPr lang="en-US" dirty="0"/>
          </a:p>
          <a:p>
            <a:pPr lvl="0"/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9493" y="6214173"/>
            <a:ext cx="2148810" cy="40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32740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Outline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solidFill>
                  <a:srgbClr val="B5217E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Content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Lorem </a:t>
            </a:r>
            <a:r>
              <a:rPr lang="en-US" dirty="0" err="1"/>
              <a:t>ispum</a:t>
            </a:r>
            <a:r>
              <a:rPr lang="en-US" dirty="0"/>
              <a:t> dolor</a:t>
            </a:r>
          </a:p>
          <a:p>
            <a:pPr lvl="0"/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lvl="0"/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Magna </a:t>
            </a:r>
            <a:r>
              <a:rPr lang="en-US" dirty="0" err="1"/>
              <a:t>aliqua</a:t>
            </a:r>
            <a:endParaRPr lang="en-US" dirty="0"/>
          </a:p>
          <a:p>
            <a:pPr lvl="0"/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Lorem </a:t>
            </a:r>
            <a:r>
              <a:rPr lang="en-US" dirty="0" err="1"/>
              <a:t>ispum</a:t>
            </a:r>
            <a:r>
              <a:rPr lang="en-US" dirty="0"/>
              <a:t> dolor</a:t>
            </a:r>
          </a:p>
          <a:p>
            <a:pPr lvl="0"/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lvl="0"/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Magna </a:t>
            </a:r>
            <a:r>
              <a:rPr lang="en-US" dirty="0" err="1"/>
              <a:t>aliqua</a:t>
            </a:r>
            <a:endParaRPr lang="en-US" dirty="0"/>
          </a:p>
          <a:p>
            <a:pPr lvl="0"/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2368" y="6311900"/>
            <a:ext cx="2148810" cy="40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195230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creens Dark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605" y="0"/>
            <a:ext cx="12191395" cy="6886576"/>
          </a:xfrm>
          <a:prstGeom prst="rect">
            <a:avLst/>
          </a:prstGeom>
          <a:solidFill>
            <a:srgbClr val="003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1346" y="5895601"/>
            <a:ext cx="10729912" cy="456236"/>
          </a:xfrm>
        </p:spPr>
        <p:txBody>
          <a:bodyPr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731346" y="457196"/>
            <a:ext cx="10729912" cy="53006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946" y="703878"/>
            <a:ext cx="7986713" cy="490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414853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creens Light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1346" y="5895601"/>
            <a:ext cx="10729912" cy="456236"/>
          </a:xfrm>
        </p:spPr>
        <p:txBody>
          <a:bodyPr>
            <a:normAutofit/>
          </a:bodyPr>
          <a:lstStyle>
            <a:lvl1pPr marL="0" indent="0" algn="l">
              <a:buNone/>
              <a:defRPr sz="16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731346" y="457196"/>
            <a:ext cx="10729912" cy="53006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946" y="703878"/>
            <a:ext cx="7986713" cy="4900329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>
            <a:off x="600075" y="5738436"/>
            <a:ext cx="10972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2368" y="6351837"/>
            <a:ext cx="2148810" cy="40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976809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hankyou Screen w/ PS Graphic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0364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10044" y="2532137"/>
            <a:ext cx="9144000" cy="1120331"/>
          </a:xfrm>
        </p:spPr>
        <p:txBody>
          <a:bodyPr anchor="b">
            <a:normAutofit/>
          </a:bodyPr>
          <a:lstStyle>
            <a:lvl1pPr algn="r">
              <a:defRPr sz="44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10044" y="3652468"/>
            <a:ext cx="9144000" cy="456236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www.crownpeak.com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2368" y="858602"/>
            <a:ext cx="2148810" cy="40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834757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hankyou Screen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/>
          <p:nvPr userDrawn="1"/>
        </p:nvSpPr>
        <p:spPr>
          <a:xfrm>
            <a:off x="605" y="-14288"/>
            <a:ext cx="12191395" cy="6886576"/>
          </a:xfrm>
          <a:custGeom>
            <a:avLst/>
            <a:gdLst>
              <a:gd name="connsiteX0" fmla="*/ 0 w 12191395"/>
              <a:gd name="connsiteY0" fmla="*/ 0 h 6886576"/>
              <a:gd name="connsiteX1" fmla="*/ 12191395 w 12191395"/>
              <a:gd name="connsiteY1" fmla="*/ 0 h 6886576"/>
              <a:gd name="connsiteX2" fmla="*/ 12191395 w 12191395"/>
              <a:gd name="connsiteY2" fmla="*/ 6886576 h 6886576"/>
              <a:gd name="connsiteX3" fmla="*/ 0 w 12191395"/>
              <a:gd name="connsiteY3" fmla="*/ 6886576 h 6886576"/>
              <a:gd name="connsiteX4" fmla="*/ 0 w 12191395"/>
              <a:gd name="connsiteY4" fmla="*/ 0 h 6886576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12191395 w 12191395"/>
              <a:gd name="connsiteY2" fmla="*/ 6900863 h 6900863"/>
              <a:gd name="connsiteX3" fmla="*/ 0 w 12191395"/>
              <a:gd name="connsiteY3" fmla="*/ 6900863 h 6900863"/>
              <a:gd name="connsiteX4" fmla="*/ 0 w 12191395"/>
              <a:gd name="connsiteY4" fmla="*/ 14287 h 6900863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9900633 w 12191395"/>
              <a:gd name="connsiteY2" fmla="*/ 2871788 h 6900863"/>
              <a:gd name="connsiteX3" fmla="*/ 12191395 w 12191395"/>
              <a:gd name="connsiteY3" fmla="*/ 6900863 h 6900863"/>
              <a:gd name="connsiteX4" fmla="*/ 0 w 12191395"/>
              <a:gd name="connsiteY4" fmla="*/ 6900863 h 6900863"/>
              <a:gd name="connsiteX5" fmla="*/ 0 w 12191395"/>
              <a:gd name="connsiteY5" fmla="*/ 14287 h 6900863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12186633 w 12191395"/>
              <a:gd name="connsiteY2" fmla="*/ 2828926 h 6900863"/>
              <a:gd name="connsiteX3" fmla="*/ 12191395 w 12191395"/>
              <a:gd name="connsiteY3" fmla="*/ 6900863 h 6900863"/>
              <a:gd name="connsiteX4" fmla="*/ 0 w 12191395"/>
              <a:gd name="connsiteY4" fmla="*/ 6900863 h 6900863"/>
              <a:gd name="connsiteX5" fmla="*/ 0 w 12191395"/>
              <a:gd name="connsiteY5" fmla="*/ 14287 h 6900863"/>
              <a:gd name="connsiteX0" fmla="*/ 0 w 12191395"/>
              <a:gd name="connsiteY0" fmla="*/ 0 h 6886576"/>
              <a:gd name="connsiteX1" fmla="*/ 7505095 w 12191395"/>
              <a:gd name="connsiteY1" fmla="*/ 14288 h 6886576"/>
              <a:gd name="connsiteX2" fmla="*/ 12186633 w 12191395"/>
              <a:gd name="connsiteY2" fmla="*/ 2814639 h 6886576"/>
              <a:gd name="connsiteX3" fmla="*/ 12191395 w 12191395"/>
              <a:gd name="connsiteY3" fmla="*/ 6886576 h 6886576"/>
              <a:gd name="connsiteX4" fmla="*/ 0 w 12191395"/>
              <a:gd name="connsiteY4" fmla="*/ 6886576 h 6886576"/>
              <a:gd name="connsiteX5" fmla="*/ 0 w 12191395"/>
              <a:gd name="connsiteY5" fmla="*/ 0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395" h="6886576">
                <a:moveTo>
                  <a:pt x="0" y="0"/>
                </a:moveTo>
                <a:lnTo>
                  <a:pt x="7505095" y="14288"/>
                </a:lnTo>
                <a:lnTo>
                  <a:pt x="12186633" y="2814639"/>
                </a:lnTo>
                <a:cubicBezTo>
                  <a:pt x="12188220" y="4171951"/>
                  <a:pt x="12189808" y="5529264"/>
                  <a:pt x="12191395" y="6886576"/>
                </a:cubicBezTo>
                <a:lnTo>
                  <a:pt x="0" y="688657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10044" y="2532137"/>
            <a:ext cx="9144000" cy="1120331"/>
          </a:xfrm>
        </p:spPr>
        <p:txBody>
          <a:bodyPr anchor="b">
            <a:normAutofit/>
          </a:bodyPr>
          <a:lstStyle>
            <a:lvl1pPr algn="r">
              <a:defRPr sz="44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10044" y="3652468"/>
            <a:ext cx="9144000" cy="456236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www.crownpeak.com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2368" y="858602"/>
            <a:ext cx="2148810" cy="40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300585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95397-5482-F245-8ABB-32E8412BBEEF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52569" y="415623"/>
            <a:ext cx="9358602" cy="304699"/>
          </a:xfrm>
        </p:spPr>
        <p:txBody>
          <a:bodyPr wrap="square" lIns="0" tIns="0" rIns="0" bIns="0">
            <a:spAutoFit/>
          </a:bodyPr>
          <a:lstStyle>
            <a:lvl1pPr>
              <a:defRPr sz="2200" b="1">
                <a:solidFill>
                  <a:schemeClr val="accent1"/>
                </a:solidFill>
              </a:defRPr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452569" y="134397"/>
            <a:ext cx="9358602" cy="293927"/>
          </a:xfrm>
        </p:spPr>
        <p:txBody>
          <a:bodyPr/>
          <a:lstStyle>
            <a:lvl1pPr>
              <a:defRPr b="1">
                <a:solidFill>
                  <a:srgbClr val="68707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09600" y="1276816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2580015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ntent w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2569" y="6364224"/>
            <a:ext cx="0" cy="18466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95397-5482-F245-8ABB-32E8412BBEE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52570" y="415623"/>
            <a:ext cx="9358602" cy="304699"/>
          </a:xfrm>
        </p:spPr>
        <p:txBody>
          <a:bodyPr wrap="square" lIns="0" tIns="0" rIns="0" bIns="0">
            <a:spAutoFit/>
          </a:bodyPr>
          <a:lstStyle>
            <a:lvl1pPr>
              <a:defRPr sz="2200" b="1">
                <a:solidFill>
                  <a:schemeClr val="accent1"/>
                </a:solidFill>
              </a:defRPr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452571" y="134400"/>
            <a:ext cx="9358602" cy="293927"/>
          </a:xfrm>
        </p:spPr>
        <p:txBody>
          <a:bodyPr/>
          <a:lstStyle>
            <a:lvl1pPr>
              <a:defRPr b="1">
                <a:solidFill>
                  <a:srgbClr val="68707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09600" y="1276816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64680086"/>
      </p:ext>
    </p:extLst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ank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/>
          <p:nvPr/>
        </p:nvSpPr>
        <p:spPr>
          <a:xfrm>
            <a:off x="0" y="22225"/>
            <a:ext cx="12204700" cy="82746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544211" rtl="0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 sz="1600" b="0" kern="1200">
              <a:solidFill>
                <a:srgbClr val="FFFFFF"/>
              </a:solidFill>
              <a:latin typeface="Neris Light"/>
              <a:ea typeface="+mn-ea"/>
              <a:cs typeface="+mn-cs"/>
              <a:sym typeface="Helvetica Light"/>
            </a:endParaRPr>
          </a:p>
        </p:txBody>
      </p:sp>
      <p:sp>
        <p:nvSpPr>
          <p:cNvPr id="48" name="Shape 48"/>
          <p:cNvSpPr>
            <a:spLocks noGrp="1"/>
          </p:cNvSpPr>
          <p:nvPr>
            <p:ph type="sldNum" sz="quarter" idx="2"/>
          </p:nvPr>
        </p:nvSpPr>
        <p:spPr>
          <a:xfrm>
            <a:off x="11648375" y="6390510"/>
            <a:ext cx="179513" cy="17697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>
              <a:defRPr sz="1150" b="0">
                <a:solidFill>
                  <a:srgbClr val="898989"/>
                </a:solidFill>
                <a:latin typeface="Seravek Light"/>
                <a:ea typeface="Seravek Light"/>
                <a:cs typeface="Seravek Light"/>
                <a:sym typeface="Seravek Light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9" name="Shape 49"/>
          <p:cNvSpPr>
            <a:spLocks noGrp="1"/>
          </p:cNvSpPr>
          <p:nvPr>
            <p:ph type="title"/>
          </p:nvPr>
        </p:nvSpPr>
        <p:spPr>
          <a:xfrm>
            <a:off x="453871" y="251806"/>
            <a:ext cx="2092552" cy="36830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1900" b="1" cap="all">
                <a:solidFill>
                  <a:srgbClr val="3B3D40"/>
                </a:solidFill>
                <a:latin typeface="Neris Black"/>
                <a:ea typeface="Neris Black"/>
                <a:cs typeface="Neris Black"/>
                <a:sym typeface="Neris Black"/>
              </a:defRPr>
            </a:lvl1pPr>
          </a:lstStyle>
          <a:p>
            <a:pPr lvl="0">
              <a:defRPr sz="1800" b="0" cap="none">
                <a:solidFill>
                  <a:srgbClr val="000000"/>
                </a:solidFill>
              </a:defRPr>
            </a:pPr>
            <a:r>
              <a:rPr sz="1850" b="1" cap="all">
                <a:solidFill>
                  <a:srgbClr val="3B3D40"/>
                </a:solidFill>
              </a:rPr>
              <a:t>Title Text</a:t>
            </a:r>
          </a:p>
        </p:txBody>
      </p:sp>
      <p:sp>
        <p:nvSpPr>
          <p:cNvPr id="9" name="Shape 39"/>
          <p:cNvSpPr/>
          <p:nvPr userDrawn="1"/>
        </p:nvSpPr>
        <p:spPr>
          <a:xfrm>
            <a:off x="1" y="-3175"/>
            <a:ext cx="12204700" cy="59436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 defTabSz="544211" rtl="0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 sz="1600" b="0" kern="1200">
              <a:solidFill>
                <a:srgbClr val="FFFFFF"/>
              </a:solidFill>
              <a:latin typeface="Neris Light"/>
              <a:ea typeface="+mn-ea"/>
              <a:cs typeface="+mn-cs"/>
              <a:sym typeface="Helvetica Light"/>
            </a:endParaRPr>
          </a:p>
        </p:txBody>
      </p:sp>
      <p:pic>
        <p:nvPicPr>
          <p:cNvPr id="10" name="Picture 9" descr="Logo-Full-NoTag-Light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5927" y="251806"/>
            <a:ext cx="1771560" cy="315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081656"/>
      </p:ext>
    </p:extLst>
  </p:cSld>
  <p:clrMapOvr>
    <a:masterClrMapping/>
  </p:clrMapOvr>
  <p:transition spd="slow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creen w/ PS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68" y="2171"/>
            <a:ext cx="67499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10044" y="2532137"/>
            <a:ext cx="9144000" cy="1120331"/>
          </a:xfrm>
        </p:spPr>
        <p:txBody>
          <a:bodyPr anchor="b">
            <a:normAutofit/>
          </a:bodyPr>
          <a:lstStyle>
            <a:lvl1pPr algn="r">
              <a:defRPr sz="4400" b="0" i="0" baseline="0">
                <a:ln>
                  <a:noFill/>
                </a:ln>
                <a:solidFill>
                  <a:srgbClr val="B5217E"/>
                </a:solidFill>
                <a:latin typeface="+mn-lt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10044" y="3652468"/>
            <a:ext cx="9144000" cy="456236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Example subheading text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2368" y="858602"/>
            <a:ext cx="2148810" cy="406841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2908391" y="4371033"/>
            <a:ext cx="9144000" cy="293957"/>
          </a:xfrm>
        </p:spPr>
        <p:txBody>
          <a:bodyPr>
            <a:normAutofit/>
          </a:bodyPr>
          <a:lstStyle>
            <a:lvl1pPr marL="0" indent="0" algn="r">
              <a:buNone/>
              <a:defRPr sz="1600" baseline="0">
                <a:solidFill>
                  <a:srgbClr val="00395A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 of Presenter / Job Title / Date</a:t>
            </a:r>
          </a:p>
        </p:txBody>
      </p:sp>
    </p:spTree>
    <p:extLst/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creen Magenta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rapezoid 11"/>
          <p:cNvSpPr/>
          <p:nvPr userDrawn="1"/>
        </p:nvSpPr>
        <p:spPr>
          <a:xfrm>
            <a:off x="-31294" y="-1484"/>
            <a:ext cx="6121119" cy="6870116"/>
          </a:xfrm>
          <a:custGeom>
            <a:avLst/>
            <a:gdLst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254681 w 4339575"/>
              <a:gd name="connsiteY2" fmla="*/ 0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305481 w 4339575"/>
              <a:gd name="connsiteY2" fmla="*/ 135466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1150306 w 5489881"/>
              <a:gd name="connsiteY0" fmla="*/ 6888789 h 6888789"/>
              <a:gd name="connsiteX1" fmla="*/ 0 w 5489881"/>
              <a:gd name="connsiteY1" fmla="*/ 135468 h 6888789"/>
              <a:gd name="connsiteX2" fmla="*/ 4455787 w 5489881"/>
              <a:gd name="connsiteY2" fmla="*/ 0 h 6888789"/>
              <a:gd name="connsiteX3" fmla="*/ 5489881 w 5489881"/>
              <a:gd name="connsiteY3" fmla="*/ 6888789 h 6888789"/>
              <a:gd name="connsiteX4" fmla="*/ 1150306 w 5489881"/>
              <a:gd name="connsiteY4" fmla="*/ 6888789 h 6888789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4472720 w 5489881"/>
              <a:gd name="connsiteY2" fmla="*/ 33865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389920 w 5489881"/>
              <a:gd name="connsiteY2" fmla="*/ 50799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728587 w 5489881"/>
              <a:gd name="connsiteY2" fmla="*/ 33866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87188 h 6787188"/>
              <a:gd name="connsiteX1" fmla="*/ 0 w 5489881"/>
              <a:gd name="connsiteY1" fmla="*/ 33867 h 6787188"/>
              <a:gd name="connsiteX2" fmla="*/ 2711654 w 5489881"/>
              <a:gd name="connsiteY2" fmla="*/ 0 h 6787188"/>
              <a:gd name="connsiteX3" fmla="*/ 5489881 w 5489881"/>
              <a:gd name="connsiteY3" fmla="*/ 6787188 h 6787188"/>
              <a:gd name="connsiteX4" fmla="*/ 1150306 w 5489881"/>
              <a:gd name="connsiteY4" fmla="*/ 6787188 h 6787188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677787 w 5489881"/>
              <a:gd name="connsiteY2" fmla="*/ 16933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6268815"/>
              <a:gd name="connsiteY0" fmla="*/ 6753321 h 6973454"/>
              <a:gd name="connsiteX1" fmla="*/ 0 w 6268815"/>
              <a:gd name="connsiteY1" fmla="*/ 0 h 6973454"/>
              <a:gd name="connsiteX2" fmla="*/ 2677787 w 6268815"/>
              <a:gd name="connsiteY2" fmla="*/ 16933 h 6973454"/>
              <a:gd name="connsiteX3" fmla="*/ 6268815 w 6268815"/>
              <a:gd name="connsiteY3" fmla="*/ 6973454 h 6973454"/>
              <a:gd name="connsiteX4" fmla="*/ 1150306 w 6268815"/>
              <a:gd name="connsiteY4" fmla="*/ 6753321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678947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593886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121119"/>
              <a:gd name="connsiteY0" fmla="*/ 6939587 h 6984196"/>
              <a:gd name="connsiteX1" fmla="*/ 1160 w 6121119"/>
              <a:gd name="connsiteY1" fmla="*/ 0 h 6984196"/>
              <a:gd name="connsiteX2" fmla="*/ 2593886 w 6121119"/>
              <a:gd name="connsiteY2" fmla="*/ 16933 h 6984196"/>
              <a:gd name="connsiteX3" fmla="*/ 6121119 w 6121119"/>
              <a:gd name="connsiteY3" fmla="*/ 6984196 h 6984196"/>
              <a:gd name="connsiteX4" fmla="*/ 0 w 6121119"/>
              <a:gd name="connsiteY4" fmla="*/ 693958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592729 w 6119962"/>
              <a:gd name="connsiteY2" fmla="*/ 16933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624626 w 6119962"/>
              <a:gd name="connsiteY2" fmla="*/ 70647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20112 w 6098700"/>
              <a:gd name="connsiteY0" fmla="*/ 6939587 h 6941226"/>
              <a:gd name="connsiteX1" fmla="*/ 6 w 6098700"/>
              <a:gd name="connsiteY1" fmla="*/ 0 h 6941226"/>
              <a:gd name="connsiteX2" fmla="*/ 2603364 w 6098700"/>
              <a:gd name="connsiteY2" fmla="*/ 27677 h 6941226"/>
              <a:gd name="connsiteX3" fmla="*/ 6098700 w 6098700"/>
              <a:gd name="connsiteY3" fmla="*/ 6941226 h 6941226"/>
              <a:gd name="connsiteX4" fmla="*/ 20112 w 6098700"/>
              <a:gd name="connsiteY4" fmla="*/ 6939587 h 6941226"/>
              <a:gd name="connsiteX0" fmla="*/ 0 w 6121119"/>
              <a:gd name="connsiteY0" fmla="*/ 6918102 h 6941226"/>
              <a:gd name="connsiteX1" fmla="*/ 22425 w 6121119"/>
              <a:gd name="connsiteY1" fmla="*/ 0 h 6941226"/>
              <a:gd name="connsiteX2" fmla="*/ 2625783 w 6121119"/>
              <a:gd name="connsiteY2" fmla="*/ 27677 h 6941226"/>
              <a:gd name="connsiteX3" fmla="*/ 6121119 w 6121119"/>
              <a:gd name="connsiteY3" fmla="*/ 6941226 h 6941226"/>
              <a:gd name="connsiteX4" fmla="*/ 0 w 6121119"/>
              <a:gd name="connsiteY4" fmla="*/ 6918102 h 6941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21119" h="6941226">
                <a:moveTo>
                  <a:pt x="0" y="6918102"/>
                </a:moveTo>
                <a:cubicBezTo>
                  <a:pt x="387" y="4604906"/>
                  <a:pt x="22038" y="2313196"/>
                  <a:pt x="22425" y="0"/>
                </a:cubicBezTo>
                <a:lnTo>
                  <a:pt x="2625783" y="27677"/>
                </a:lnTo>
                <a:lnTo>
                  <a:pt x="6121119" y="6941226"/>
                </a:lnTo>
                <a:lnTo>
                  <a:pt x="0" y="6918102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10044" y="2532137"/>
            <a:ext cx="9144000" cy="1120331"/>
          </a:xfrm>
        </p:spPr>
        <p:txBody>
          <a:bodyPr anchor="b">
            <a:normAutofit/>
          </a:bodyPr>
          <a:lstStyle>
            <a:lvl1pPr algn="r">
              <a:defRPr sz="4400" b="0" i="0" baseline="0">
                <a:ln>
                  <a:noFill/>
                </a:ln>
                <a:solidFill>
                  <a:srgbClr val="B5217E"/>
                </a:solidFill>
                <a:latin typeface="+mn-lt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10044" y="3652468"/>
            <a:ext cx="9144000" cy="456236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Example subheading text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2368" y="858602"/>
            <a:ext cx="2148810" cy="406841"/>
          </a:xfrm>
          <a:prstGeom prst="rect">
            <a:avLst/>
          </a:prstGeom>
        </p:spPr>
      </p:pic>
      <p:sp>
        <p:nvSpPr>
          <p:cNvPr id="20" name="Right Triangle 19"/>
          <p:cNvSpPr/>
          <p:nvPr userDrawn="1"/>
        </p:nvSpPr>
        <p:spPr>
          <a:xfrm rot="10800000" flipH="1">
            <a:off x="-31295" y="-14286"/>
            <a:ext cx="6738111" cy="3681221"/>
          </a:xfrm>
          <a:custGeom>
            <a:avLst/>
            <a:gdLst>
              <a:gd name="connsiteX0" fmla="*/ 0 w 5913047"/>
              <a:gd name="connsiteY0" fmla="*/ 3980599 h 3980599"/>
              <a:gd name="connsiteX1" fmla="*/ 0 w 5913047"/>
              <a:gd name="connsiteY1" fmla="*/ 0 h 3980599"/>
              <a:gd name="connsiteX2" fmla="*/ 5913047 w 5913047"/>
              <a:gd name="connsiteY2" fmla="*/ 3980599 h 3980599"/>
              <a:gd name="connsiteX3" fmla="*/ 0 w 5913047"/>
              <a:gd name="connsiteY3" fmla="*/ 3980599 h 3980599"/>
              <a:gd name="connsiteX0" fmla="*/ 0 w 6956034"/>
              <a:gd name="connsiteY0" fmla="*/ 3980599 h 3980599"/>
              <a:gd name="connsiteX1" fmla="*/ 0 w 6956034"/>
              <a:gd name="connsiteY1" fmla="*/ 0 h 3980599"/>
              <a:gd name="connsiteX2" fmla="*/ 6956034 w 6956034"/>
              <a:gd name="connsiteY2" fmla="*/ 3894874 h 3980599"/>
              <a:gd name="connsiteX3" fmla="*/ 0 w 6956034"/>
              <a:gd name="connsiteY3" fmla="*/ 3980599 h 3980599"/>
              <a:gd name="connsiteX0" fmla="*/ 14288 w 6956034"/>
              <a:gd name="connsiteY0" fmla="*/ 3909162 h 3909162"/>
              <a:gd name="connsiteX1" fmla="*/ 0 w 6956034"/>
              <a:gd name="connsiteY1" fmla="*/ 0 h 3909162"/>
              <a:gd name="connsiteX2" fmla="*/ 6956034 w 6956034"/>
              <a:gd name="connsiteY2" fmla="*/ 3894874 h 3909162"/>
              <a:gd name="connsiteX3" fmla="*/ 14288 w 6956034"/>
              <a:gd name="connsiteY3" fmla="*/ 3909162 h 3909162"/>
              <a:gd name="connsiteX0" fmla="*/ 634 w 6942380"/>
              <a:gd name="connsiteY0" fmla="*/ 3837724 h 3837724"/>
              <a:gd name="connsiteX1" fmla="*/ 14921 w 6942380"/>
              <a:gd name="connsiteY1" fmla="*/ 0 h 3837724"/>
              <a:gd name="connsiteX2" fmla="*/ 6942380 w 6942380"/>
              <a:gd name="connsiteY2" fmla="*/ 3823436 h 3837724"/>
              <a:gd name="connsiteX3" fmla="*/ 634 w 6942380"/>
              <a:gd name="connsiteY3" fmla="*/ 3837724 h 3837724"/>
              <a:gd name="connsiteX0" fmla="*/ 414 w 6942160"/>
              <a:gd name="connsiteY0" fmla="*/ 3709136 h 3709136"/>
              <a:gd name="connsiteX1" fmla="*/ 28989 w 6942160"/>
              <a:gd name="connsiteY1" fmla="*/ 0 h 3709136"/>
              <a:gd name="connsiteX2" fmla="*/ 6942160 w 6942160"/>
              <a:gd name="connsiteY2" fmla="*/ 3694848 h 3709136"/>
              <a:gd name="connsiteX3" fmla="*/ 414 w 6942160"/>
              <a:gd name="connsiteY3" fmla="*/ 3709136 h 3709136"/>
              <a:gd name="connsiteX0" fmla="*/ 414 w 6942160"/>
              <a:gd name="connsiteY0" fmla="*/ 3751998 h 3751998"/>
              <a:gd name="connsiteX1" fmla="*/ 28989 w 6942160"/>
              <a:gd name="connsiteY1" fmla="*/ 0 h 3751998"/>
              <a:gd name="connsiteX2" fmla="*/ 6942160 w 6942160"/>
              <a:gd name="connsiteY2" fmla="*/ 3737710 h 3751998"/>
              <a:gd name="connsiteX3" fmla="*/ 414 w 6942160"/>
              <a:gd name="connsiteY3" fmla="*/ 3751998 h 3751998"/>
              <a:gd name="connsiteX0" fmla="*/ 71438 w 7013184"/>
              <a:gd name="connsiteY0" fmla="*/ 3780573 h 3780573"/>
              <a:gd name="connsiteX1" fmla="*/ 0 w 7013184"/>
              <a:gd name="connsiteY1" fmla="*/ 0 h 3780573"/>
              <a:gd name="connsiteX2" fmla="*/ 7013184 w 7013184"/>
              <a:gd name="connsiteY2" fmla="*/ 3766285 h 3780573"/>
              <a:gd name="connsiteX3" fmla="*/ 71438 w 7013184"/>
              <a:gd name="connsiteY3" fmla="*/ 3780573 h 3780573"/>
              <a:gd name="connsiteX0" fmla="*/ 1374 w 7014558"/>
              <a:gd name="connsiteY0" fmla="*/ 3780573 h 3780573"/>
              <a:gd name="connsiteX1" fmla="*/ 1374 w 7014558"/>
              <a:gd name="connsiteY1" fmla="*/ 0 h 3780573"/>
              <a:gd name="connsiteX2" fmla="*/ 7014558 w 7014558"/>
              <a:gd name="connsiteY2" fmla="*/ 3766285 h 3780573"/>
              <a:gd name="connsiteX3" fmla="*/ 1374 w 7014558"/>
              <a:gd name="connsiteY3" fmla="*/ 3780573 h 3780573"/>
              <a:gd name="connsiteX0" fmla="*/ 1374 w 6334075"/>
              <a:gd name="connsiteY0" fmla="*/ 3780573 h 3798182"/>
              <a:gd name="connsiteX1" fmla="*/ 1374 w 6334075"/>
              <a:gd name="connsiteY1" fmla="*/ 0 h 3798182"/>
              <a:gd name="connsiteX2" fmla="*/ 6334075 w 6334075"/>
              <a:gd name="connsiteY2" fmla="*/ 3798182 h 3798182"/>
              <a:gd name="connsiteX3" fmla="*/ 1374 w 6334075"/>
              <a:gd name="connsiteY3" fmla="*/ 3780573 h 3798182"/>
              <a:gd name="connsiteX0" fmla="*/ 1374 w 5058168"/>
              <a:gd name="connsiteY0" fmla="*/ 3780573 h 3883242"/>
              <a:gd name="connsiteX1" fmla="*/ 1374 w 5058168"/>
              <a:gd name="connsiteY1" fmla="*/ 0 h 3883242"/>
              <a:gd name="connsiteX2" fmla="*/ 5058168 w 5058168"/>
              <a:gd name="connsiteY2" fmla="*/ 3883242 h 3883242"/>
              <a:gd name="connsiteX3" fmla="*/ 1374 w 5058168"/>
              <a:gd name="connsiteY3" fmla="*/ 3780573 h 3883242"/>
              <a:gd name="connsiteX0" fmla="*/ 1374 w 3750363"/>
              <a:gd name="connsiteY0" fmla="*/ 3780573 h 3989567"/>
              <a:gd name="connsiteX1" fmla="*/ 1374 w 3750363"/>
              <a:gd name="connsiteY1" fmla="*/ 0 h 3989567"/>
              <a:gd name="connsiteX2" fmla="*/ 3750363 w 3750363"/>
              <a:gd name="connsiteY2" fmla="*/ 3989567 h 3989567"/>
              <a:gd name="connsiteX3" fmla="*/ 1374 w 3750363"/>
              <a:gd name="connsiteY3" fmla="*/ 3780573 h 3989567"/>
              <a:gd name="connsiteX0" fmla="*/ 1374 w 5515368"/>
              <a:gd name="connsiteY0" fmla="*/ 3780573 h 3780573"/>
              <a:gd name="connsiteX1" fmla="*/ 1374 w 5515368"/>
              <a:gd name="connsiteY1" fmla="*/ 0 h 3780573"/>
              <a:gd name="connsiteX2" fmla="*/ 5515368 w 5515368"/>
              <a:gd name="connsiteY2" fmla="*/ 3745018 h 3780573"/>
              <a:gd name="connsiteX3" fmla="*/ 1374 w 5515368"/>
              <a:gd name="connsiteY3" fmla="*/ 3780573 h 3780573"/>
              <a:gd name="connsiteX0" fmla="*/ 1374 w 7429229"/>
              <a:gd name="connsiteY0" fmla="*/ 3780573 h 3780573"/>
              <a:gd name="connsiteX1" fmla="*/ 1374 w 7429229"/>
              <a:gd name="connsiteY1" fmla="*/ 0 h 3780573"/>
              <a:gd name="connsiteX2" fmla="*/ 7429229 w 7429229"/>
              <a:gd name="connsiteY2" fmla="*/ 3766283 h 3780573"/>
              <a:gd name="connsiteX3" fmla="*/ 1374 w 7429229"/>
              <a:gd name="connsiteY3" fmla="*/ 3780573 h 3780573"/>
              <a:gd name="connsiteX0" fmla="*/ 735 w 7428590"/>
              <a:gd name="connsiteY0" fmla="*/ 4003857 h 4003857"/>
              <a:gd name="connsiteX1" fmla="*/ 11367 w 7428590"/>
              <a:gd name="connsiteY1" fmla="*/ 0 h 4003857"/>
              <a:gd name="connsiteX2" fmla="*/ 7428590 w 7428590"/>
              <a:gd name="connsiteY2" fmla="*/ 3989567 h 4003857"/>
              <a:gd name="connsiteX3" fmla="*/ 735 w 7428590"/>
              <a:gd name="connsiteY3" fmla="*/ 4003857 h 4003857"/>
              <a:gd name="connsiteX0" fmla="*/ 1376 w 7418598"/>
              <a:gd name="connsiteY0" fmla="*/ 3855001 h 3989567"/>
              <a:gd name="connsiteX1" fmla="*/ 1375 w 7418598"/>
              <a:gd name="connsiteY1" fmla="*/ 0 h 3989567"/>
              <a:gd name="connsiteX2" fmla="*/ 7418598 w 7418598"/>
              <a:gd name="connsiteY2" fmla="*/ 3989567 h 3989567"/>
              <a:gd name="connsiteX3" fmla="*/ 1376 w 7418598"/>
              <a:gd name="connsiteY3" fmla="*/ 3855001 h 3989567"/>
              <a:gd name="connsiteX0" fmla="*/ 10634 w 7417223"/>
              <a:gd name="connsiteY0" fmla="*/ 3971960 h 3989567"/>
              <a:gd name="connsiteX1" fmla="*/ 0 w 7417223"/>
              <a:gd name="connsiteY1" fmla="*/ 0 h 3989567"/>
              <a:gd name="connsiteX2" fmla="*/ 7417223 w 7417223"/>
              <a:gd name="connsiteY2" fmla="*/ 3989567 h 3989567"/>
              <a:gd name="connsiteX3" fmla="*/ 10634 w 7417223"/>
              <a:gd name="connsiteY3" fmla="*/ 3971960 h 3989567"/>
              <a:gd name="connsiteX0" fmla="*/ 10634 w 6417762"/>
              <a:gd name="connsiteY0" fmla="*/ 3971960 h 3971960"/>
              <a:gd name="connsiteX1" fmla="*/ 0 w 6417762"/>
              <a:gd name="connsiteY1" fmla="*/ 0 h 3971960"/>
              <a:gd name="connsiteX2" fmla="*/ 6417762 w 6417762"/>
              <a:gd name="connsiteY2" fmla="*/ 3649325 h 3971960"/>
              <a:gd name="connsiteX3" fmla="*/ 10634 w 6417762"/>
              <a:gd name="connsiteY3" fmla="*/ 3971960 h 3971960"/>
              <a:gd name="connsiteX0" fmla="*/ 10634 w 5822339"/>
              <a:gd name="connsiteY0" fmla="*/ 3971960 h 3971960"/>
              <a:gd name="connsiteX1" fmla="*/ 0 w 5822339"/>
              <a:gd name="connsiteY1" fmla="*/ 0 h 3971960"/>
              <a:gd name="connsiteX2" fmla="*/ 5822339 w 5822339"/>
              <a:gd name="connsiteY2" fmla="*/ 2713660 h 3971960"/>
              <a:gd name="connsiteX3" fmla="*/ 10634 w 5822339"/>
              <a:gd name="connsiteY3" fmla="*/ 3971960 h 3971960"/>
              <a:gd name="connsiteX0" fmla="*/ 10634 w 6991920"/>
              <a:gd name="connsiteY0" fmla="*/ 3971960 h 3978934"/>
              <a:gd name="connsiteX1" fmla="*/ 0 w 6991920"/>
              <a:gd name="connsiteY1" fmla="*/ 0 h 3978934"/>
              <a:gd name="connsiteX2" fmla="*/ 6991920 w 6991920"/>
              <a:gd name="connsiteY2" fmla="*/ 3978934 h 3978934"/>
              <a:gd name="connsiteX3" fmla="*/ 10634 w 6991920"/>
              <a:gd name="connsiteY3" fmla="*/ 3971960 h 3978934"/>
              <a:gd name="connsiteX0" fmla="*/ 10634 w 6736738"/>
              <a:gd name="connsiteY0" fmla="*/ 3971960 h 3989566"/>
              <a:gd name="connsiteX1" fmla="*/ 0 w 6736738"/>
              <a:gd name="connsiteY1" fmla="*/ 0 h 3989566"/>
              <a:gd name="connsiteX2" fmla="*/ 6736738 w 6736738"/>
              <a:gd name="connsiteY2" fmla="*/ 3989566 h 3989566"/>
              <a:gd name="connsiteX3" fmla="*/ 10634 w 6736738"/>
              <a:gd name="connsiteY3" fmla="*/ 3971960 h 3989566"/>
              <a:gd name="connsiteX0" fmla="*/ 42532 w 6768636"/>
              <a:gd name="connsiteY0" fmla="*/ 3663615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42532 w 6768636"/>
              <a:gd name="connsiteY3" fmla="*/ 3663615 h 3681221"/>
              <a:gd name="connsiteX0" fmla="*/ 21267 w 6768636"/>
              <a:gd name="connsiteY0" fmla="*/ 3674248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21267 w 6768636"/>
              <a:gd name="connsiteY3" fmla="*/ 3674248 h 368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636" h="3681221">
                <a:moveTo>
                  <a:pt x="21267" y="3674248"/>
                </a:moveTo>
                <a:cubicBezTo>
                  <a:pt x="16504" y="2371194"/>
                  <a:pt x="4763" y="1303054"/>
                  <a:pt x="0" y="0"/>
                </a:cubicBezTo>
                <a:lnTo>
                  <a:pt x="6768636" y="3681221"/>
                </a:lnTo>
                <a:lnTo>
                  <a:pt x="21267" y="3674248"/>
                </a:lnTo>
                <a:close/>
              </a:path>
            </a:pathLst>
          </a:custGeom>
          <a:solidFill>
            <a:srgbClr val="B5217E"/>
          </a:solidFill>
          <a:ln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2908391" y="4347786"/>
            <a:ext cx="9144000" cy="293957"/>
          </a:xfrm>
        </p:spPr>
        <p:txBody>
          <a:bodyPr>
            <a:normAutofit/>
          </a:bodyPr>
          <a:lstStyle>
            <a:lvl1pPr marL="0" indent="0" algn="r">
              <a:buNone/>
              <a:defRPr sz="1600" baseline="0">
                <a:solidFill>
                  <a:srgbClr val="00395A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 of Presenter / Job Title / Date</a:t>
            </a:r>
          </a:p>
        </p:txBody>
      </p:sp>
    </p:spTree>
    <p:extLst/>
  </p:cSld>
  <p:clrMapOvr>
    <a:masterClrMapping/>
  </p:clrMapOvr>
  <p:transition spd="slow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creen Blue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rapezoid 11"/>
          <p:cNvSpPr/>
          <p:nvPr userDrawn="1"/>
        </p:nvSpPr>
        <p:spPr>
          <a:xfrm>
            <a:off x="-31294" y="-1484"/>
            <a:ext cx="6121119" cy="6870116"/>
          </a:xfrm>
          <a:custGeom>
            <a:avLst/>
            <a:gdLst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254681 w 4339575"/>
              <a:gd name="connsiteY2" fmla="*/ 0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305481 w 4339575"/>
              <a:gd name="connsiteY2" fmla="*/ 135466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1150306 w 5489881"/>
              <a:gd name="connsiteY0" fmla="*/ 6888789 h 6888789"/>
              <a:gd name="connsiteX1" fmla="*/ 0 w 5489881"/>
              <a:gd name="connsiteY1" fmla="*/ 135468 h 6888789"/>
              <a:gd name="connsiteX2" fmla="*/ 4455787 w 5489881"/>
              <a:gd name="connsiteY2" fmla="*/ 0 h 6888789"/>
              <a:gd name="connsiteX3" fmla="*/ 5489881 w 5489881"/>
              <a:gd name="connsiteY3" fmla="*/ 6888789 h 6888789"/>
              <a:gd name="connsiteX4" fmla="*/ 1150306 w 5489881"/>
              <a:gd name="connsiteY4" fmla="*/ 6888789 h 6888789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4472720 w 5489881"/>
              <a:gd name="connsiteY2" fmla="*/ 33865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389920 w 5489881"/>
              <a:gd name="connsiteY2" fmla="*/ 50799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728587 w 5489881"/>
              <a:gd name="connsiteY2" fmla="*/ 33866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87188 h 6787188"/>
              <a:gd name="connsiteX1" fmla="*/ 0 w 5489881"/>
              <a:gd name="connsiteY1" fmla="*/ 33867 h 6787188"/>
              <a:gd name="connsiteX2" fmla="*/ 2711654 w 5489881"/>
              <a:gd name="connsiteY2" fmla="*/ 0 h 6787188"/>
              <a:gd name="connsiteX3" fmla="*/ 5489881 w 5489881"/>
              <a:gd name="connsiteY3" fmla="*/ 6787188 h 6787188"/>
              <a:gd name="connsiteX4" fmla="*/ 1150306 w 5489881"/>
              <a:gd name="connsiteY4" fmla="*/ 6787188 h 6787188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677787 w 5489881"/>
              <a:gd name="connsiteY2" fmla="*/ 16933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6268815"/>
              <a:gd name="connsiteY0" fmla="*/ 6753321 h 6973454"/>
              <a:gd name="connsiteX1" fmla="*/ 0 w 6268815"/>
              <a:gd name="connsiteY1" fmla="*/ 0 h 6973454"/>
              <a:gd name="connsiteX2" fmla="*/ 2677787 w 6268815"/>
              <a:gd name="connsiteY2" fmla="*/ 16933 h 6973454"/>
              <a:gd name="connsiteX3" fmla="*/ 6268815 w 6268815"/>
              <a:gd name="connsiteY3" fmla="*/ 6973454 h 6973454"/>
              <a:gd name="connsiteX4" fmla="*/ 1150306 w 6268815"/>
              <a:gd name="connsiteY4" fmla="*/ 6753321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678947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593886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121119"/>
              <a:gd name="connsiteY0" fmla="*/ 6939587 h 6984196"/>
              <a:gd name="connsiteX1" fmla="*/ 1160 w 6121119"/>
              <a:gd name="connsiteY1" fmla="*/ 0 h 6984196"/>
              <a:gd name="connsiteX2" fmla="*/ 2593886 w 6121119"/>
              <a:gd name="connsiteY2" fmla="*/ 16933 h 6984196"/>
              <a:gd name="connsiteX3" fmla="*/ 6121119 w 6121119"/>
              <a:gd name="connsiteY3" fmla="*/ 6984196 h 6984196"/>
              <a:gd name="connsiteX4" fmla="*/ 0 w 6121119"/>
              <a:gd name="connsiteY4" fmla="*/ 693958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592729 w 6119962"/>
              <a:gd name="connsiteY2" fmla="*/ 16933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624626 w 6119962"/>
              <a:gd name="connsiteY2" fmla="*/ 70647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20112 w 6098700"/>
              <a:gd name="connsiteY0" fmla="*/ 6939587 h 6941226"/>
              <a:gd name="connsiteX1" fmla="*/ 6 w 6098700"/>
              <a:gd name="connsiteY1" fmla="*/ 0 h 6941226"/>
              <a:gd name="connsiteX2" fmla="*/ 2603364 w 6098700"/>
              <a:gd name="connsiteY2" fmla="*/ 27677 h 6941226"/>
              <a:gd name="connsiteX3" fmla="*/ 6098700 w 6098700"/>
              <a:gd name="connsiteY3" fmla="*/ 6941226 h 6941226"/>
              <a:gd name="connsiteX4" fmla="*/ 20112 w 6098700"/>
              <a:gd name="connsiteY4" fmla="*/ 6939587 h 6941226"/>
              <a:gd name="connsiteX0" fmla="*/ 0 w 6121119"/>
              <a:gd name="connsiteY0" fmla="*/ 6918102 h 6941226"/>
              <a:gd name="connsiteX1" fmla="*/ 22425 w 6121119"/>
              <a:gd name="connsiteY1" fmla="*/ 0 h 6941226"/>
              <a:gd name="connsiteX2" fmla="*/ 2625783 w 6121119"/>
              <a:gd name="connsiteY2" fmla="*/ 27677 h 6941226"/>
              <a:gd name="connsiteX3" fmla="*/ 6121119 w 6121119"/>
              <a:gd name="connsiteY3" fmla="*/ 6941226 h 6941226"/>
              <a:gd name="connsiteX4" fmla="*/ 0 w 6121119"/>
              <a:gd name="connsiteY4" fmla="*/ 6918102 h 6941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21119" h="6941226">
                <a:moveTo>
                  <a:pt x="0" y="6918102"/>
                </a:moveTo>
                <a:cubicBezTo>
                  <a:pt x="387" y="4604906"/>
                  <a:pt x="22038" y="2313196"/>
                  <a:pt x="22425" y="0"/>
                </a:cubicBezTo>
                <a:lnTo>
                  <a:pt x="2625783" y="27677"/>
                </a:lnTo>
                <a:lnTo>
                  <a:pt x="6121119" y="6941226"/>
                </a:lnTo>
                <a:lnTo>
                  <a:pt x="0" y="6918102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10044" y="2532137"/>
            <a:ext cx="9144000" cy="1120331"/>
          </a:xfrm>
        </p:spPr>
        <p:txBody>
          <a:bodyPr anchor="b">
            <a:normAutofit/>
          </a:bodyPr>
          <a:lstStyle>
            <a:lvl1pPr algn="r">
              <a:defRPr sz="4400" b="0" i="0" baseline="0">
                <a:ln>
                  <a:noFill/>
                </a:ln>
                <a:solidFill>
                  <a:srgbClr val="B5217E"/>
                </a:solidFill>
                <a:latin typeface="+mn-lt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10044" y="3652468"/>
            <a:ext cx="9144000" cy="456236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Example subheading text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2368" y="858602"/>
            <a:ext cx="2148810" cy="406841"/>
          </a:xfrm>
          <a:prstGeom prst="rect">
            <a:avLst/>
          </a:prstGeom>
        </p:spPr>
      </p:pic>
      <p:sp>
        <p:nvSpPr>
          <p:cNvPr id="20" name="Right Triangle 19"/>
          <p:cNvSpPr/>
          <p:nvPr userDrawn="1"/>
        </p:nvSpPr>
        <p:spPr>
          <a:xfrm rot="10800000" flipH="1">
            <a:off x="-31295" y="-14286"/>
            <a:ext cx="6738111" cy="3681221"/>
          </a:xfrm>
          <a:custGeom>
            <a:avLst/>
            <a:gdLst>
              <a:gd name="connsiteX0" fmla="*/ 0 w 5913047"/>
              <a:gd name="connsiteY0" fmla="*/ 3980599 h 3980599"/>
              <a:gd name="connsiteX1" fmla="*/ 0 w 5913047"/>
              <a:gd name="connsiteY1" fmla="*/ 0 h 3980599"/>
              <a:gd name="connsiteX2" fmla="*/ 5913047 w 5913047"/>
              <a:gd name="connsiteY2" fmla="*/ 3980599 h 3980599"/>
              <a:gd name="connsiteX3" fmla="*/ 0 w 5913047"/>
              <a:gd name="connsiteY3" fmla="*/ 3980599 h 3980599"/>
              <a:gd name="connsiteX0" fmla="*/ 0 w 6956034"/>
              <a:gd name="connsiteY0" fmla="*/ 3980599 h 3980599"/>
              <a:gd name="connsiteX1" fmla="*/ 0 w 6956034"/>
              <a:gd name="connsiteY1" fmla="*/ 0 h 3980599"/>
              <a:gd name="connsiteX2" fmla="*/ 6956034 w 6956034"/>
              <a:gd name="connsiteY2" fmla="*/ 3894874 h 3980599"/>
              <a:gd name="connsiteX3" fmla="*/ 0 w 6956034"/>
              <a:gd name="connsiteY3" fmla="*/ 3980599 h 3980599"/>
              <a:gd name="connsiteX0" fmla="*/ 14288 w 6956034"/>
              <a:gd name="connsiteY0" fmla="*/ 3909162 h 3909162"/>
              <a:gd name="connsiteX1" fmla="*/ 0 w 6956034"/>
              <a:gd name="connsiteY1" fmla="*/ 0 h 3909162"/>
              <a:gd name="connsiteX2" fmla="*/ 6956034 w 6956034"/>
              <a:gd name="connsiteY2" fmla="*/ 3894874 h 3909162"/>
              <a:gd name="connsiteX3" fmla="*/ 14288 w 6956034"/>
              <a:gd name="connsiteY3" fmla="*/ 3909162 h 3909162"/>
              <a:gd name="connsiteX0" fmla="*/ 634 w 6942380"/>
              <a:gd name="connsiteY0" fmla="*/ 3837724 h 3837724"/>
              <a:gd name="connsiteX1" fmla="*/ 14921 w 6942380"/>
              <a:gd name="connsiteY1" fmla="*/ 0 h 3837724"/>
              <a:gd name="connsiteX2" fmla="*/ 6942380 w 6942380"/>
              <a:gd name="connsiteY2" fmla="*/ 3823436 h 3837724"/>
              <a:gd name="connsiteX3" fmla="*/ 634 w 6942380"/>
              <a:gd name="connsiteY3" fmla="*/ 3837724 h 3837724"/>
              <a:gd name="connsiteX0" fmla="*/ 414 w 6942160"/>
              <a:gd name="connsiteY0" fmla="*/ 3709136 h 3709136"/>
              <a:gd name="connsiteX1" fmla="*/ 28989 w 6942160"/>
              <a:gd name="connsiteY1" fmla="*/ 0 h 3709136"/>
              <a:gd name="connsiteX2" fmla="*/ 6942160 w 6942160"/>
              <a:gd name="connsiteY2" fmla="*/ 3694848 h 3709136"/>
              <a:gd name="connsiteX3" fmla="*/ 414 w 6942160"/>
              <a:gd name="connsiteY3" fmla="*/ 3709136 h 3709136"/>
              <a:gd name="connsiteX0" fmla="*/ 414 w 6942160"/>
              <a:gd name="connsiteY0" fmla="*/ 3751998 h 3751998"/>
              <a:gd name="connsiteX1" fmla="*/ 28989 w 6942160"/>
              <a:gd name="connsiteY1" fmla="*/ 0 h 3751998"/>
              <a:gd name="connsiteX2" fmla="*/ 6942160 w 6942160"/>
              <a:gd name="connsiteY2" fmla="*/ 3737710 h 3751998"/>
              <a:gd name="connsiteX3" fmla="*/ 414 w 6942160"/>
              <a:gd name="connsiteY3" fmla="*/ 3751998 h 3751998"/>
              <a:gd name="connsiteX0" fmla="*/ 71438 w 7013184"/>
              <a:gd name="connsiteY0" fmla="*/ 3780573 h 3780573"/>
              <a:gd name="connsiteX1" fmla="*/ 0 w 7013184"/>
              <a:gd name="connsiteY1" fmla="*/ 0 h 3780573"/>
              <a:gd name="connsiteX2" fmla="*/ 7013184 w 7013184"/>
              <a:gd name="connsiteY2" fmla="*/ 3766285 h 3780573"/>
              <a:gd name="connsiteX3" fmla="*/ 71438 w 7013184"/>
              <a:gd name="connsiteY3" fmla="*/ 3780573 h 3780573"/>
              <a:gd name="connsiteX0" fmla="*/ 1374 w 7014558"/>
              <a:gd name="connsiteY0" fmla="*/ 3780573 h 3780573"/>
              <a:gd name="connsiteX1" fmla="*/ 1374 w 7014558"/>
              <a:gd name="connsiteY1" fmla="*/ 0 h 3780573"/>
              <a:gd name="connsiteX2" fmla="*/ 7014558 w 7014558"/>
              <a:gd name="connsiteY2" fmla="*/ 3766285 h 3780573"/>
              <a:gd name="connsiteX3" fmla="*/ 1374 w 7014558"/>
              <a:gd name="connsiteY3" fmla="*/ 3780573 h 3780573"/>
              <a:gd name="connsiteX0" fmla="*/ 1374 w 6334075"/>
              <a:gd name="connsiteY0" fmla="*/ 3780573 h 3798182"/>
              <a:gd name="connsiteX1" fmla="*/ 1374 w 6334075"/>
              <a:gd name="connsiteY1" fmla="*/ 0 h 3798182"/>
              <a:gd name="connsiteX2" fmla="*/ 6334075 w 6334075"/>
              <a:gd name="connsiteY2" fmla="*/ 3798182 h 3798182"/>
              <a:gd name="connsiteX3" fmla="*/ 1374 w 6334075"/>
              <a:gd name="connsiteY3" fmla="*/ 3780573 h 3798182"/>
              <a:gd name="connsiteX0" fmla="*/ 1374 w 5058168"/>
              <a:gd name="connsiteY0" fmla="*/ 3780573 h 3883242"/>
              <a:gd name="connsiteX1" fmla="*/ 1374 w 5058168"/>
              <a:gd name="connsiteY1" fmla="*/ 0 h 3883242"/>
              <a:gd name="connsiteX2" fmla="*/ 5058168 w 5058168"/>
              <a:gd name="connsiteY2" fmla="*/ 3883242 h 3883242"/>
              <a:gd name="connsiteX3" fmla="*/ 1374 w 5058168"/>
              <a:gd name="connsiteY3" fmla="*/ 3780573 h 3883242"/>
              <a:gd name="connsiteX0" fmla="*/ 1374 w 3750363"/>
              <a:gd name="connsiteY0" fmla="*/ 3780573 h 3989567"/>
              <a:gd name="connsiteX1" fmla="*/ 1374 w 3750363"/>
              <a:gd name="connsiteY1" fmla="*/ 0 h 3989567"/>
              <a:gd name="connsiteX2" fmla="*/ 3750363 w 3750363"/>
              <a:gd name="connsiteY2" fmla="*/ 3989567 h 3989567"/>
              <a:gd name="connsiteX3" fmla="*/ 1374 w 3750363"/>
              <a:gd name="connsiteY3" fmla="*/ 3780573 h 3989567"/>
              <a:gd name="connsiteX0" fmla="*/ 1374 w 5515368"/>
              <a:gd name="connsiteY0" fmla="*/ 3780573 h 3780573"/>
              <a:gd name="connsiteX1" fmla="*/ 1374 w 5515368"/>
              <a:gd name="connsiteY1" fmla="*/ 0 h 3780573"/>
              <a:gd name="connsiteX2" fmla="*/ 5515368 w 5515368"/>
              <a:gd name="connsiteY2" fmla="*/ 3745018 h 3780573"/>
              <a:gd name="connsiteX3" fmla="*/ 1374 w 5515368"/>
              <a:gd name="connsiteY3" fmla="*/ 3780573 h 3780573"/>
              <a:gd name="connsiteX0" fmla="*/ 1374 w 7429229"/>
              <a:gd name="connsiteY0" fmla="*/ 3780573 h 3780573"/>
              <a:gd name="connsiteX1" fmla="*/ 1374 w 7429229"/>
              <a:gd name="connsiteY1" fmla="*/ 0 h 3780573"/>
              <a:gd name="connsiteX2" fmla="*/ 7429229 w 7429229"/>
              <a:gd name="connsiteY2" fmla="*/ 3766283 h 3780573"/>
              <a:gd name="connsiteX3" fmla="*/ 1374 w 7429229"/>
              <a:gd name="connsiteY3" fmla="*/ 3780573 h 3780573"/>
              <a:gd name="connsiteX0" fmla="*/ 735 w 7428590"/>
              <a:gd name="connsiteY0" fmla="*/ 4003857 h 4003857"/>
              <a:gd name="connsiteX1" fmla="*/ 11367 w 7428590"/>
              <a:gd name="connsiteY1" fmla="*/ 0 h 4003857"/>
              <a:gd name="connsiteX2" fmla="*/ 7428590 w 7428590"/>
              <a:gd name="connsiteY2" fmla="*/ 3989567 h 4003857"/>
              <a:gd name="connsiteX3" fmla="*/ 735 w 7428590"/>
              <a:gd name="connsiteY3" fmla="*/ 4003857 h 4003857"/>
              <a:gd name="connsiteX0" fmla="*/ 1376 w 7418598"/>
              <a:gd name="connsiteY0" fmla="*/ 3855001 h 3989567"/>
              <a:gd name="connsiteX1" fmla="*/ 1375 w 7418598"/>
              <a:gd name="connsiteY1" fmla="*/ 0 h 3989567"/>
              <a:gd name="connsiteX2" fmla="*/ 7418598 w 7418598"/>
              <a:gd name="connsiteY2" fmla="*/ 3989567 h 3989567"/>
              <a:gd name="connsiteX3" fmla="*/ 1376 w 7418598"/>
              <a:gd name="connsiteY3" fmla="*/ 3855001 h 3989567"/>
              <a:gd name="connsiteX0" fmla="*/ 10634 w 7417223"/>
              <a:gd name="connsiteY0" fmla="*/ 3971960 h 3989567"/>
              <a:gd name="connsiteX1" fmla="*/ 0 w 7417223"/>
              <a:gd name="connsiteY1" fmla="*/ 0 h 3989567"/>
              <a:gd name="connsiteX2" fmla="*/ 7417223 w 7417223"/>
              <a:gd name="connsiteY2" fmla="*/ 3989567 h 3989567"/>
              <a:gd name="connsiteX3" fmla="*/ 10634 w 7417223"/>
              <a:gd name="connsiteY3" fmla="*/ 3971960 h 3989567"/>
              <a:gd name="connsiteX0" fmla="*/ 10634 w 6417762"/>
              <a:gd name="connsiteY0" fmla="*/ 3971960 h 3971960"/>
              <a:gd name="connsiteX1" fmla="*/ 0 w 6417762"/>
              <a:gd name="connsiteY1" fmla="*/ 0 h 3971960"/>
              <a:gd name="connsiteX2" fmla="*/ 6417762 w 6417762"/>
              <a:gd name="connsiteY2" fmla="*/ 3649325 h 3971960"/>
              <a:gd name="connsiteX3" fmla="*/ 10634 w 6417762"/>
              <a:gd name="connsiteY3" fmla="*/ 3971960 h 3971960"/>
              <a:gd name="connsiteX0" fmla="*/ 10634 w 5822339"/>
              <a:gd name="connsiteY0" fmla="*/ 3971960 h 3971960"/>
              <a:gd name="connsiteX1" fmla="*/ 0 w 5822339"/>
              <a:gd name="connsiteY1" fmla="*/ 0 h 3971960"/>
              <a:gd name="connsiteX2" fmla="*/ 5822339 w 5822339"/>
              <a:gd name="connsiteY2" fmla="*/ 2713660 h 3971960"/>
              <a:gd name="connsiteX3" fmla="*/ 10634 w 5822339"/>
              <a:gd name="connsiteY3" fmla="*/ 3971960 h 3971960"/>
              <a:gd name="connsiteX0" fmla="*/ 10634 w 6991920"/>
              <a:gd name="connsiteY0" fmla="*/ 3971960 h 3978934"/>
              <a:gd name="connsiteX1" fmla="*/ 0 w 6991920"/>
              <a:gd name="connsiteY1" fmla="*/ 0 h 3978934"/>
              <a:gd name="connsiteX2" fmla="*/ 6991920 w 6991920"/>
              <a:gd name="connsiteY2" fmla="*/ 3978934 h 3978934"/>
              <a:gd name="connsiteX3" fmla="*/ 10634 w 6991920"/>
              <a:gd name="connsiteY3" fmla="*/ 3971960 h 3978934"/>
              <a:gd name="connsiteX0" fmla="*/ 10634 w 6736738"/>
              <a:gd name="connsiteY0" fmla="*/ 3971960 h 3989566"/>
              <a:gd name="connsiteX1" fmla="*/ 0 w 6736738"/>
              <a:gd name="connsiteY1" fmla="*/ 0 h 3989566"/>
              <a:gd name="connsiteX2" fmla="*/ 6736738 w 6736738"/>
              <a:gd name="connsiteY2" fmla="*/ 3989566 h 3989566"/>
              <a:gd name="connsiteX3" fmla="*/ 10634 w 6736738"/>
              <a:gd name="connsiteY3" fmla="*/ 3971960 h 3989566"/>
              <a:gd name="connsiteX0" fmla="*/ 42532 w 6768636"/>
              <a:gd name="connsiteY0" fmla="*/ 3663615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42532 w 6768636"/>
              <a:gd name="connsiteY3" fmla="*/ 3663615 h 3681221"/>
              <a:gd name="connsiteX0" fmla="*/ 21267 w 6768636"/>
              <a:gd name="connsiteY0" fmla="*/ 3674248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21267 w 6768636"/>
              <a:gd name="connsiteY3" fmla="*/ 3674248 h 368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636" h="3681221">
                <a:moveTo>
                  <a:pt x="21267" y="3674248"/>
                </a:moveTo>
                <a:cubicBezTo>
                  <a:pt x="16504" y="2371194"/>
                  <a:pt x="4763" y="1303054"/>
                  <a:pt x="0" y="0"/>
                </a:cubicBezTo>
                <a:lnTo>
                  <a:pt x="6768636" y="3681221"/>
                </a:lnTo>
                <a:lnTo>
                  <a:pt x="21267" y="3674248"/>
                </a:lnTo>
                <a:close/>
              </a:path>
            </a:pathLst>
          </a:custGeom>
          <a:solidFill>
            <a:srgbClr val="00395A"/>
          </a:solidFill>
          <a:ln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2908391" y="4347786"/>
            <a:ext cx="9144000" cy="293957"/>
          </a:xfrm>
        </p:spPr>
        <p:txBody>
          <a:bodyPr>
            <a:normAutofit/>
          </a:bodyPr>
          <a:lstStyle>
            <a:lvl1pPr marL="0" indent="0" algn="r">
              <a:buNone/>
              <a:defRPr sz="1600" baseline="0">
                <a:solidFill>
                  <a:srgbClr val="00395A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 of Presenter / Job Title / Date</a:t>
            </a:r>
          </a:p>
        </p:txBody>
      </p:sp>
    </p:spTree>
    <p:extLst/>
  </p:cSld>
  <p:clrMapOvr>
    <a:masterClrMapping/>
  </p:clrMapOvr>
  <p:transition spd="slow">
    <p:wip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screen 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605" y="0"/>
            <a:ext cx="12191395" cy="6886576"/>
          </a:xfrm>
          <a:prstGeom prst="rect">
            <a:avLst/>
          </a:prstGeom>
          <a:solidFill>
            <a:srgbClr val="B521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10044" y="2532137"/>
            <a:ext cx="9144000" cy="1120331"/>
          </a:xfrm>
        </p:spPr>
        <p:txBody>
          <a:bodyPr anchor="b">
            <a:normAutofit/>
          </a:bodyPr>
          <a:lstStyle>
            <a:lvl1pPr algn="r">
              <a:defRPr sz="44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Divider Screen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10044" y="3652468"/>
            <a:ext cx="9144000" cy="456236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Example subheading text</a:t>
            </a:r>
          </a:p>
        </p:txBody>
      </p:sp>
    </p:spTree>
    <p:extLst/>
  </p:cSld>
  <p:clrMapOvr>
    <a:masterClrMapping/>
  </p:clrMapOvr>
  <p:transition spd="slow"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vider screen 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605" y="0"/>
            <a:ext cx="12191395" cy="6886576"/>
          </a:xfrm>
          <a:prstGeom prst="rect">
            <a:avLst/>
          </a:prstGeom>
          <a:solidFill>
            <a:srgbClr val="003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10044" y="2532137"/>
            <a:ext cx="9144000" cy="1120331"/>
          </a:xfrm>
        </p:spPr>
        <p:txBody>
          <a:bodyPr anchor="b">
            <a:normAutofit/>
          </a:bodyPr>
          <a:lstStyle>
            <a:lvl1pPr algn="r">
              <a:defRPr sz="44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Divider Screen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10044" y="3652468"/>
            <a:ext cx="9144000" cy="456236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Example subheading text</a:t>
            </a:r>
          </a:p>
        </p:txBody>
      </p:sp>
    </p:spTree>
    <p:extLst/>
  </p:cSld>
  <p:clrMapOvr>
    <a:masterClrMapping/>
  </p:clrMapOvr>
  <p:transition spd="slow">
    <p:wip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utlin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solidFill>
                  <a:srgbClr val="B5217E"/>
                </a:solidFill>
                <a:latin typeface="+mn-lt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Content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8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6858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>
                <a:latin typeface="+mn-lt"/>
              </a:defRPr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>
                <a:latin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aseline="0">
                <a:latin typeface="+mn-lt"/>
              </a:defRPr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dirty="0"/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/>
  </p:cSld>
  <p:clrMapOvr>
    <a:masterClrMapping/>
  </p:clrMapOvr>
  <p:transition spd="slow">
    <p:wip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Outlin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solidFill>
                  <a:srgbClr val="B5217E"/>
                </a:solidFill>
                <a:latin typeface="+mn-lt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Content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8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6858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>
                <a:latin typeface="+mn-lt"/>
              </a:defRPr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>
                <a:latin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aseline="0">
                <a:latin typeface="+mn-lt"/>
              </a:defRPr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dirty="0"/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0" y="1690688"/>
            <a:ext cx="12192000" cy="5167312"/>
          </a:xfrm>
          <a:prstGeom prst="rect">
            <a:avLst/>
          </a:prstGeom>
          <a:gradFill>
            <a:gsLst>
              <a:gs pos="0">
                <a:schemeClr val="tx1">
                  <a:lumMod val="90000"/>
                  <a:lumOff val="10000"/>
                </a:schemeClr>
              </a:gs>
              <a:gs pos="54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rgbClr val="001A2A"/>
              </a:gs>
            </a:gsLst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</p:spTree>
    <p:extLst/>
  </p:cSld>
  <p:clrMapOvr>
    <a:masterClrMapping/>
  </p:clrMapOvr>
  <p:transition spd="slow"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Outline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solidFill>
                  <a:srgbClr val="B5217E"/>
                </a:solidFill>
                <a:latin typeface="+mn-lt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Content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800" b="0" i="0">
                <a:solidFill>
                  <a:srgbClr val="00395A"/>
                </a:solidFill>
                <a:latin typeface="+mn-lt"/>
                <a:ea typeface="Calibri Light" charset="0"/>
                <a:cs typeface="Calibri Light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>
                <a:latin typeface="+mn-lt"/>
              </a:defRPr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>
                <a:latin typeface="+mn-lt"/>
              </a:defRPr>
            </a:lvl3pPr>
            <a:lvl4pPr marL="16002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>
                <a:latin typeface="+mn-lt"/>
              </a:defRPr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dirty="0"/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800" b="0" i="0">
                <a:solidFill>
                  <a:srgbClr val="00395A"/>
                </a:solidFill>
                <a:latin typeface="+mn-lt"/>
                <a:ea typeface="Calibri Light" charset="0"/>
                <a:cs typeface="Calibri Light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>
                <a:latin typeface="+mn-lt"/>
              </a:defRPr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>
                <a:latin typeface="+mn-lt"/>
              </a:defRPr>
            </a:lvl3pPr>
            <a:lvl4pPr marL="16002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>
                <a:latin typeface="+mn-lt"/>
              </a:defRPr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dirty="0"/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</p:spTree>
    <p:extLst/>
  </p:cSld>
  <p:clrMapOvr>
    <a:masterClrMapping/>
  </p:clrMapOvr>
  <p:transition spd="slow">
    <p:wip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creens Dark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605" y="0"/>
            <a:ext cx="12191395" cy="6886576"/>
          </a:xfrm>
          <a:prstGeom prst="rect">
            <a:avLst/>
          </a:prstGeom>
          <a:solidFill>
            <a:srgbClr val="003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1346" y="5895601"/>
            <a:ext cx="10729912" cy="456236"/>
          </a:xfrm>
        </p:spPr>
        <p:txBody>
          <a:bodyPr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731346" y="457196"/>
            <a:ext cx="10729912" cy="53006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946" y="703878"/>
            <a:ext cx="7986713" cy="4900329"/>
          </a:xfrm>
          <a:prstGeom prst="rect">
            <a:avLst/>
          </a:prstGeom>
        </p:spPr>
      </p:pic>
    </p:spTree>
    <p:extLst/>
  </p:cSld>
  <p:clrMapOvr>
    <a:masterClrMapping/>
  </p:clrMapOvr>
  <p:transition spd="slow">
    <p:wip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creens Light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1346" y="5895601"/>
            <a:ext cx="10729912" cy="456236"/>
          </a:xfrm>
        </p:spPr>
        <p:txBody>
          <a:bodyPr>
            <a:normAutofit/>
          </a:bodyPr>
          <a:lstStyle>
            <a:lvl1pPr marL="0" indent="0" algn="l">
              <a:buNone/>
              <a:defRPr sz="16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731346" y="457196"/>
            <a:ext cx="10729912" cy="53006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946" y="703878"/>
            <a:ext cx="7986713" cy="4900329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>
            <a:off x="600075" y="5738436"/>
            <a:ext cx="10972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/>
  </p:cSld>
  <p:clrMapOvr>
    <a:masterClrMapping/>
  </p:clrMapOvr>
  <p:transition spd="slow">
    <p:wip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hankyou Screen w/ PS Graphic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36" y="-12192"/>
            <a:ext cx="12240000" cy="68972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10044" y="2532137"/>
            <a:ext cx="9144000" cy="1120331"/>
          </a:xfrm>
        </p:spPr>
        <p:txBody>
          <a:bodyPr anchor="b">
            <a:normAutofit/>
          </a:bodyPr>
          <a:lstStyle>
            <a:lvl1pPr algn="r">
              <a:defRPr sz="4400" b="0" i="0" baseline="0">
                <a:ln>
                  <a:noFill/>
                </a:ln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10044" y="3652468"/>
            <a:ext cx="9144000" cy="456236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www.crownpeak.com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2368" y="858602"/>
            <a:ext cx="2148810" cy="406841"/>
          </a:xfrm>
          <a:prstGeom prst="rect">
            <a:avLst/>
          </a:prstGeom>
        </p:spPr>
      </p:pic>
    </p:spTree>
    <p:extLst/>
  </p:cSld>
  <p:clrMapOvr>
    <a:masterClrMapping/>
  </p:clrMapOvr>
  <p:transition spd="slow">
    <p:wip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hankyou Screen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/>
          <p:nvPr userDrawn="1"/>
        </p:nvSpPr>
        <p:spPr>
          <a:xfrm>
            <a:off x="605" y="-14288"/>
            <a:ext cx="12191395" cy="6886576"/>
          </a:xfrm>
          <a:custGeom>
            <a:avLst/>
            <a:gdLst>
              <a:gd name="connsiteX0" fmla="*/ 0 w 12191395"/>
              <a:gd name="connsiteY0" fmla="*/ 0 h 6886576"/>
              <a:gd name="connsiteX1" fmla="*/ 12191395 w 12191395"/>
              <a:gd name="connsiteY1" fmla="*/ 0 h 6886576"/>
              <a:gd name="connsiteX2" fmla="*/ 12191395 w 12191395"/>
              <a:gd name="connsiteY2" fmla="*/ 6886576 h 6886576"/>
              <a:gd name="connsiteX3" fmla="*/ 0 w 12191395"/>
              <a:gd name="connsiteY3" fmla="*/ 6886576 h 6886576"/>
              <a:gd name="connsiteX4" fmla="*/ 0 w 12191395"/>
              <a:gd name="connsiteY4" fmla="*/ 0 h 6886576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12191395 w 12191395"/>
              <a:gd name="connsiteY2" fmla="*/ 6900863 h 6900863"/>
              <a:gd name="connsiteX3" fmla="*/ 0 w 12191395"/>
              <a:gd name="connsiteY3" fmla="*/ 6900863 h 6900863"/>
              <a:gd name="connsiteX4" fmla="*/ 0 w 12191395"/>
              <a:gd name="connsiteY4" fmla="*/ 14287 h 6900863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9900633 w 12191395"/>
              <a:gd name="connsiteY2" fmla="*/ 2871788 h 6900863"/>
              <a:gd name="connsiteX3" fmla="*/ 12191395 w 12191395"/>
              <a:gd name="connsiteY3" fmla="*/ 6900863 h 6900863"/>
              <a:gd name="connsiteX4" fmla="*/ 0 w 12191395"/>
              <a:gd name="connsiteY4" fmla="*/ 6900863 h 6900863"/>
              <a:gd name="connsiteX5" fmla="*/ 0 w 12191395"/>
              <a:gd name="connsiteY5" fmla="*/ 14287 h 6900863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12186633 w 12191395"/>
              <a:gd name="connsiteY2" fmla="*/ 2828926 h 6900863"/>
              <a:gd name="connsiteX3" fmla="*/ 12191395 w 12191395"/>
              <a:gd name="connsiteY3" fmla="*/ 6900863 h 6900863"/>
              <a:gd name="connsiteX4" fmla="*/ 0 w 12191395"/>
              <a:gd name="connsiteY4" fmla="*/ 6900863 h 6900863"/>
              <a:gd name="connsiteX5" fmla="*/ 0 w 12191395"/>
              <a:gd name="connsiteY5" fmla="*/ 14287 h 6900863"/>
              <a:gd name="connsiteX0" fmla="*/ 0 w 12191395"/>
              <a:gd name="connsiteY0" fmla="*/ 0 h 6886576"/>
              <a:gd name="connsiteX1" fmla="*/ 7505095 w 12191395"/>
              <a:gd name="connsiteY1" fmla="*/ 14288 h 6886576"/>
              <a:gd name="connsiteX2" fmla="*/ 12186633 w 12191395"/>
              <a:gd name="connsiteY2" fmla="*/ 2814639 h 6886576"/>
              <a:gd name="connsiteX3" fmla="*/ 12191395 w 12191395"/>
              <a:gd name="connsiteY3" fmla="*/ 6886576 h 6886576"/>
              <a:gd name="connsiteX4" fmla="*/ 0 w 12191395"/>
              <a:gd name="connsiteY4" fmla="*/ 6886576 h 6886576"/>
              <a:gd name="connsiteX5" fmla="*/ 0 w 12191395"/>
              <a:gd name="connsiteY5" fmla="*/ 0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395" h="6886576">
                <a:moveTo>
                  <a:pt x="0" y="0"/>
                </a:moveTo>
                <a:lnTo>
                  <a:pt x="7505095" y="14288"/>
                </a:lnTo>
                <a:lnTo>
                  <a:pt x="12186633" y="2814639"/>
                </a:lnTo>
                <a:cubicBezTo>
                  <a:pt x="12188220" y="4171951"/>
                  <a:pt x="12189808" y="5529264"/>
                  <a:pt x="12191395" y="6886576"/>
                </a:cubicBezTo>
                <a:lnTo>
                  <a:pt x="0" y="688657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10044" y="2532137"/>
            <a:ext cx="9144000" cy="1120331"/>
          </a:xfrm>
        </p:spPr>
        <p:txBody>
          <a:bodyPr anchor="b">
            <a:normAutofit/>
          </a:bodyPr>
          <a:lstStyle>
            <a:lvl1pPr algn="r">
              <a:defRPr sz="4400" b="0" i="0" baseline="0">
                <a:ln>
                  <a:noFill/>
                </a:ln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10044" y="3652468"/>
            <a:ext cx="9144000" cy="456236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www.crownpeak.com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2368" y="858602"/>
            <a:ext cx="2148810" cy="406841"/>
          </a:xfrm>
          <a:prstGeom prst="rect">
            <a:avLst/>
          </a:prstGeom>
        </p:spPr>
      </p:pic>
    </p:spTree>
    <p:extLst/>
  </p:cSld>
  <p:clrMapOvr>
    <a:masterClrMapping/>
  </p:clrMapOvr>
  <p:transition spd="slow">
    <p:wip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/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68DA93-349A-FE4F-9D40-97DBBA2B1A4C}" type="datetimeFigureOut">
              <a:rPr lang="en-US" smtClean="0"/>
              <a:t>5/2/19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34DDC-89ED-2A40-BF57-81CE12B18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805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70" r:id="rId3"/>
    <p:sldLayoutId id="2147483661" r:id="rId4"/>
    <p:sldLayoutId id="2147483662" r:id="rId5"/>
    <p:sldLayoutId id="2147483650" r:id="rId6"/>
    <p:sldLayoutId id="2147483652" r:id="rId7"/>
    <p:sldLayoutId id="2147483663" r:id="rId8"/>
    <p:sldLayoutId id="2147483664" r:id="rId9"/>
    <p:sldLayoutId id="2147483665" r:id="rId10"/>
    <p:sldLayoutId id="2147483669" r:id="rId11"/>
    <p:sldLayoutId id="2147483671" r:id="rId12"/>
    <p:sldLayoutId id="2147483673" r:id="rId13"/>
    <p:sldLayoutId id="2147483675" r:id="rId14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68DA93-349A-FE4F-9D40-97DBBA2B1A4C}" type="datetimeFigureOut">
              <a:rPr lang="en-US" smtClean="0">
                <a:solidFill>
                  <a:srgbClr val="003A5A">
                    <a:tint val="75000"/>
                  </a:srgbClr>
                </a:solidFill>
              </a:rPr>
              <a:pPr/>
              <a:t>5/2/19</a:t>
            </a:fld>
            <a:endParaRPr lang="en-US" dirty="0">
              <a:solidFill>
                <a:srgbClr val="003A5A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rgbClr val="003A5A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34DDC-89ED-2A40-BF57-81CE12B188D6}" type="slidenum">
              <a:rPr lang="en-US" smtClean="0">
                <a:solidFill>
                  <a:srgbClr val="003A5A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003A5A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1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2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Developer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Component Library</a:t>
            </a:r>
          </a:p>
        </p:txBody>
      </p:sp>
      <p:sp>
        <p:nvSpPr>
          <p:cNvPr id="4" name="Subtitle 3"/>
          <p:cNvSpPr txBox="1">
            <a:spLocks/>
          </p:cNvSpPr>
          <p:nvPr/>
        </p:nvSpPr>
        <p:spPr>
          <a:xfrm>
            <a:off x="5912324" y="4311905"/>
            <a:ext cx="6141721" cy="1468172"/>
          </a:xfrm>
          <a:prstGeom prst="rect">
            <a:avLst/>
          </a:prstGeom>
          <a:solidFill>
            <a:schemeClr val="bg1"/>
          </a:solidFill>
        </p:spPr>
        <p:txBody>
          <a:bodyPr vert="horz" lIns="121920" tIns="60960" rIns="121920" bIns="60960" rtlCol="0">
            <a:normAutofit/>
          </a:bodyPr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1800" b="0" i="0" kern="120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211677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4215063" cy="4729558"/>
          </a:xfrm>
        </p:spPr>
        <p:txBody>
          <a:bodyPr>
            <a:normAutofit/>
          </a:bodyPr>
          <a:lstStyle/>
          <a:p>
            <a:r>
              <a:rPr lang="en-US" sz="2200" dirty="0"/>
              <a:t>Introduction</a:t>
            </a:r>
          </a:p>
          <a:p>
            <a:r>
              <a:rPr lang="en-US" sz="2200" dirty="0"/>
              <a:t>Where is the Component Library</a:t>
            </a:r>
          </a:p>
          <a:p>
            <a:r>
              <a:rPr lang="en-US" sz="2200" dirty="0"/>
              <a:t>What is included in it?</a:t>
            </a:r>
          </a:p>
          <a:p>
            <a:r>
              <a:rPr lang="en-US" sz="2200" dirty="0"/>
              <a:t>Components in detail</a:t>
            </a:r>
          </a:p>
          <a:p>
            <a:endParaRPr lang="en-US" sz="22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247443" y="1690688"/>
            <a:ext cx="4215063" cy="4729558"/>
          </a:xfrm>
        </p:spPr>
        <p:txBody>
          <a:bodyPr>
            <a:noAutofit/>
          </a:bodyPr>
          <a:lstStyle/>
          <a:p>
            <a:r>
              <a:rPr lang="en-US" sz="2200" dirty="0"/>
              <a:t>Layouts in detail</a:t>
            </a:r>
          </a:p>
          <a:p>
            <a:r>
              <a:rPr lang="en-US" sz="2200" dirty="0"/>
              <a:t>Wrappers in detail</a:t>
            </a:r>
          </a:p>
          <a:p>
            <a:r>
              <a:rPr lang="en-US" sz="2200" dirty="0"/>
              <a:t>Templates </a:t>
            </a:r>
            <a:r>
              <a:rPr lang="en-US" sz="2200"/>
              <a:t>in detail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5404397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6509461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86884" cy="4729558"/>
          </a:xfrm>
        </p:spPr>
        <p:txBody>
          <a:bodyPr>
            <a:normAutofit/>
          </a:bodyPr>
          <a:lstStyle/>
          <a:p>
            <a:r>
              <a:rPr lang="en-US" dirty="0"/>
              <a:t>The Component Library is</a:t>
            </a:r>
          </a:p>
          <a:p>
            <a:pPr lvl="1"/>
            <a:r>
              <a:rPr lang="en-US" dirty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rPr>
              <a:t>A set of templates and library classes that help you build templates using little or no code. </a:t>
            </a:r>
          </a:p>
          <a:p>
            <a:pPr lvl="1"/>
            <a:r>
              <a:rPr lang="en-GB" dirty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rPr>
              <a:t>A framework built on top of the underlying CMS templating mechanism – it does not introduce any new APIs or systems.</a:t>
            </a:r>
            <a:endParaRPr lang="en-US" dirty="0">
              <a:solidFill>
                <a:srgbClr val="00395A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134188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86884" cy="4729558"/>
          </a:xfrm>
        </p:spPr>
        <p:txBody>
          <a:bodyPr>
            <a:normAutofit/>
          </a:bodyPr>
          <a:lstStyle/>
          <a:p>
            <a:r>
              <a:rPr lang="en-GB" dirty="0" err="1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rPr>
              <a:t>Markup</a:t>
            </a:r>
            <a:r>
              <a:rPr lang="en-GB" dirty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rPr>
              <a:t>-oriented rather than code-oriented. </a:t>
            </a:r>
          </a:p>
          <a:p>
            <a:r>
              <a:rPr lang="en-GB" dirty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rPr>
              <a:t>Use hierarchical composition of components from sub-components.</a:t>
            </a:r>
          </a:p>
          <a:p>
            <a:r>
              <a:rPr lang="en-GB" dirty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rPr>
              <a:t>Use code generation to automate routine implementation artefacts.</a:t>
            </a:r>
          </a:p>
          <a:p>
            <a:r>
              <a:rPr lang="en-GB" dirty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rPr>
              <a:t>Set up the foundations for drag-and-drop content authoring. </a:t>
            </a:r>
            <a:endParaRPr lang="en-US" dirty="0">
              <a:solidFill>
                <a:srgbClr val="00395A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846204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Components vs Widgets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4390623" cy="47295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Components</a:t>
            </a:r>
          </a:p>
          <a:p>
            <a:r>
              <a:rPr lang="en-US" dirty="0"/>
              <a:t>Fragment of content </a:t>
            </a:r>
            <a:r>
              <a:rPr lang="en-US" dirty="0">
                <a:solidFill>
                  <a:srgbClr val="B5217E"/>
                </a:solidFill>
              </a:rPr>
              <a:t>pattern</a:t>
            </a:r>
          </a:p>
          <a:p>
            <a:r>
              <a:rPr lang="en-US" dirty="0"/>
              <a:t>Shared </a:t>
            </a:r>
            <a:r>
              <a:rPr lang="en-US" dirty="0">
                <a:solidFill>
                  <a:srgbClr val="B5217E"/>
                </a:solidFill>
              </a:rPr>
              <a:t>code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E57A248-D269-B743-83DA-40FF1004AB62}"/>
              </a:ext>
            </a:extLst>
          </p:cNvPr>
          <p:cNvSpPr txBox="1">
            <a:spLocks/>
          </p:cNvSpPr>
          <p:nvPr/>
        </p:nvSpPr>
        <p:spPr>
          <a:xfrm>
            <a:off x="6131642" y="1692097"/>
            <a:ext cx="4390623" cy="47295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/>
              <a:buChar char="•"/>
              <a:defRPr sz="2400" b="0" i="0" kern="120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Widgets</a:t>
            </a:r>
          </a:p>
          <a:p>
            <a:r>
              <a:rPr lang="en-US" dirty="0"/>
              <a:t>Fragment of </a:t>
            </a:r>
            <a:r>
              <a:rPr lang="en-US" dirty="0">
                <a:solidFill>
                  <a:srgbClr val="B5217E"/>
                </a:solidFill>
              </a:rPr>
              <a:t>content</a:t>
            </a:r>
          </a:p>
          <a:p>
            <a:r>
              <a:rPr lang="en-US" dirty="0"/>
              <a:t>Shared </a:t>
            </a:r>
            <a:r>
              <a:rPr lang="en-US" dirty="0">
                <a:solidFill>
                  <a:srgbClr val="B5217E"/>
                </a:solidFill>
              </a:rPr>
              <a:t>content</a:t>
            </a:r>
          </a:p>
          <a:p>
            <a:r>
              <a:rPr lang="en-US" dirty="0"/>
              <a:t>Can be implemented using components</a:t>
            </a:r>
          </a:p>
        </p:txBody>
      </p:sp>
    </p:spTree>
    <p:extLst>
      <p:ext uri="{BB962C8B-B14F-4D97-AF65-F5344CB8AC3E}">
        <p14:creationId xmlns:p14="http://schemas.microsoft.com/office/powerpoint/2010/main" val="2087423223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01411" y="2532137"/>
            <a:ext cx="9752633" cy="1120331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included in the Component Library?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1032448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included in the Component Library?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86884" cy="47295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CL provides facilities for developers to create four types of definitions:</a:t>
            </a:r>
          </a:p>
          <a:p>
            <a:r>
              <a:rPr lang="en-GB" dirty="0"/>
              <a:t>Component definitions;</a:t>
            </a:r>
          </a:p>
          <a:p>
            <a:r>
              <a:rPr lang="en-GB" dirty="0"/>
              <a:t>Layout definitions;</a:t>
            </a:r>
          </a:p>
          <a:p>
            <a:r>
              <a:rPr lang="en-GB" dirty="0" err="1"/>
              <a:t>Nav</a:t>
            </a:r>
            <a:r>
              <a:rPr lang="en-GB" dirty="0"/>
              <a:t> Wrapper definitions; and</a:t>
            </a:r>
          </a:p>
          <a:p>
            <a:r>
              <a:rPr lang="en-GB" dirty="0"/>
              <a:t>Template definitions.</a:t>
            </a:r>
          </a:p>
        </p:txBody>
      </p:sp>
    </p:spTree>
    <p:extLst>
      <p:ext uri="{BB962C8B-B14F-4D97-AF65-F5344CB8AC3E}">
        <p14:creationId xmlns:p14="http://schemas.microsoft.com/office/powerpoint/2010/main" val="3206127423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125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included in the Component Library?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86884" cy="472955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GB" dirty="0"/>
              <a:t>CL translates these definitions into elements in the project folder.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DC74C47-2AAE-B443-83F9-304C3489C4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10266"/>
              </p:ext>
            </p:extLst>
          </p:nvPr>
        </p:nvGraphicFramePr>
        <p:xfrm>
          <a:off x="800751" y="2394310"/>
          <a:ext cx="10624332" cy="40259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41444">
                  <a:extLst>
                    <a:ext uri="{9D8B030D-6E8A-4147-A177-3AD203B41FA5}">
                      <a16:colId xmlns:a16="http://schemas.microsoft.com/office/drawing/2014/main" val="2644623697"/>
                    </a:ext>
                  </a:extLst>
                </a:gridCol>
                <a:gridCol w="1445258">
                  <a:extLst>
                    <a:ext uri="{9D8B030D-6E8A-4147-A177-3AD203B41FA5}">
                      <a16:colId xmlns:a16="http://schemas.microsoft.com/office/drawing/2014/main" val="884396164"/>
                    </a:ext>
                  </a:extLst>
                </a:gridCol>
                <a:gridCol w="5637630">
                  <a:extLst>
                    <a:ext uri="{9D8B030D-6E8A-4147-A177-3AD203B41FA5}">
                      <a16:colId xmlns:a16="http://schemas.microsoft.com/office/drawing/2014/main" val="4209781446"/>
                    </a:ext>
                  </a:extLst>
                </a:gridCol>
              </a:tblGrid>
              <a:tr h="1938414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rgbClr val="00395A"/>
                          </a:solidFill>
                          <a:latin typeface="Calibri Light" charset="0"/>
                          <a:cs typeface="Calibri Light" charset="0"/>
                        </a:rPr>
                        <a:t>Component definitions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rgbClr val="00395A"/>
                          </a:solidFill>
                          <a:latin typeface="Calibri Light" charset="0"/>
                          <a:cs typeface="Calibri Light" charset="0"/>
                        </a:rPr>
                        <a:t>→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rgbClr val="00395A"/>
                          </a:solidFill>
                          <a:latin typeface="Calibri Light" charset="0"/>
                          <a:cs typeface="Calibri Light" charset="0"/>
                        </a:rPr>
                        <a:t>C# class files that contain all the input, output and post-input code for the component.</a:t>
                      </a:r>
                    </a:p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56701"/>
                  </a:ext>
                </a:extLst>
              </a:tr>
              <a:tr h="1043761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rgbClr val="00395A"/>
                          </a:solidFill>
                          <a:latin typeface="Calibri Light" charset="0"/>
                          <a:cs typeface="Calibri Light" charset="0"/>
                        </a:rPr>
                        <a:t>Layout definitions</a:t>
                      </a:r>
                      <a:br>
                        <a:rPr lang="en-GB" sz="2400" dirty="0">
                          <a:solidFill>
                            <a:srgbClr val="00395A"/>
                          </a:solidFill>
                          <a:latin typeface="Calibri Light" charset="0"/>
                          <a:cs typeface="Calibri Light" charset="0"/>
                        </a:rPr>
                      </a:b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rgbClr val="00395A"/>
                          </a:solidFill>
                          <a:latin typeface="Calibri Light" charset="0"/>
                          <a:cs typeface="Calibri Light" charset="0"/>
                        </a:rPr>
                        <a:t>→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rgbClr val="00395A"/>
                          </a:solidFill>
                          <a:latin typeface="Calibri Light" charset="0"/>
                          <a:cs typeface="Calibri Light" charset="0"/>
                        </a:rPr>
                        <a:t>Used as layout controls in the </a:t>
                      </a:r>
                      <a:r>
                        <a:rPr lang="en-GB" sz="2400" dirty="0" err="1">
                          <a:solidFill>
                            <a:srgbClr val="00395A"/>
                          </a:solidFill>
                          <a:latin typeface="Calibri Light" charset="0"/>
                          <a:cs typeface="Calibri Light" charset="0"/>
                        </a:rPr>
                        <a:t>nav</a:t>
                      </a:r>
                      <a:r>
                        <a:rPr lang="en-GB" sz="2400" dirty="0">
                          <a:solidFill>
                            <a:srgbClr val="00395A"/>
                          </a:solidFill>
                          <a:latin typeface="Calibri Light" charset="0"/>
                          <a:cs typeface="Calibri Light" charset="0"/>
                        </a:rPr>
                        <a:t> wrapper and template definitions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3167178"/>
                  </a:ext>
                </a:extLst>
              </a:tr>
              <a:tr h="1043761"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rgbClr val="00395A"/>
                          </a:solidFill>
                          <a:latin typeface="Calibri Light" charset="0"/>
                          <a:cs typeface="Calibri Light" charset="0"/>
                        </a:rPr>
                        <a:t>Nav</a:t>
                      </a:r>
                      <a:r>
                        <a:rPr lang="en-GB" sz="2400" dirty="0">
                          <a:solidFill>
                            <a:srgbClr val="00395A"/>
                          </a:solidFill>
                          <a:latin typeface="Calibri Light" charset="0"/>
                          <a:cs typeface="Calibri Light" charset="0"/>
                        </a:rPr>
                        <a:t> wrapper definitions</a:t>
                      </a:r>
                    </a:p>
                    <a:p>
                      <a:r>
                        <a:rPr lang="en-GB" sz="2400" dirty="0">
                          <a:solidFill>
                            <a:srgbClr val="00395A"/>
                          </a:solidFill>
                          <a:latin typeface="Calibri Light" charset="0"/>
                          <a:cs typeface="Calibri Light" charset="0"/>
                        </a:rPr>
                        <a:t>Template definitions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rgbClr val="00395A"/>
                          </a:solidFill>
                          <a:latin typeface="Calibri Light" charset="0"/>
                          <a:cs typeface="Calibri Light" charset="0"/>
                        </a:rPr>
                        <a:t>→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rgbClr val="00395A"/>
                          </a:solidFill>
                          <a:latin typeface="Calibri Light" charset="0"/>
                          <a:cs typeface="Calibri Light" charset="0"/>
                        </a:rPr>
                        <a:t>DXM templates that use the generated component classes.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122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1568776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included in the Component Library?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956" y="1027906"/>
            <a:ext cx="8581335" cy="5712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186101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included in the Component Library?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84AF7F4E-98D6-2E48-BD7E-3AED6AC97D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7575" y="1312473"/>
            <a:ext cx="9793236" cy="554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599225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Components in detail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0348868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86884" cy="4729558"/>
          </a:xfrm>
        </p:spPr>
        <p:txBody>
          <a:bodyPr>
            <a:normAutofit/>
          </a:bodyPr>
          <a:lstStyle/>
          <a:p>
            <a:r>
              <a:rPr lang="en-US" sz="2200" dirty="0"/>
              <a:t>The Component Definitions folder contains your site’s components</a:t>
            </a:r>
          </a:p>
          <a:p>
            <a:r>
              <a:rPr lang="en-US" sz="2200" dirty="0"/>
              <a:t>Components…</a:t>
            </a:r>
          </a:p>
          <a:p>
            <a:pPr lvl="1"/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are discrete items that are combined to make up your page</a:t>
            </a:r>
          </a:p>
          <a:p>
            <a:pPr lvl="1"/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can be reused on as many pages and templates as you need</a:t>
            </a:r>
          </a:p>
          <a:p>
            <a:pPr lvl="1"/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can – and usually do – contain other components</a:t>
            </a:r>
          </a:p>
          <a:p>
            <a:pPr lvl="1"/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are created based on your site’s design</a:t>
            </a:r>
          </a:p>
          <a:p>
            <a:pPr lvl="1"/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get built into C# class files when they are saved</a:t>
            </a:r>
          </a:p>
          <a:p>
            <a:pPr lvl="1"/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can be overridden with customized code to perform more complex tasks 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053456696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125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Component Naming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86884" cy="47295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Naming is important:</a:t>
            </a:r>
          </a:p>
          <a:p>
            <a:r>
              <a:rPr lang="en-US" sz="2200" dirty="0">
                <a:latin typeface="+mn-lt"/>
              </a:rPr>
              <a:t>The parent folder name will be the section name in the drag-and-drop panel</a:t>
            </a:r>
          </a:p>
          <a:p>
            <a:r>
              <a:rPr lang="en-US" sz="2200" dirty="0">
                <a:latin typeface="+mn-lt"/>
              </a:rPr>
              <a:t>The component name will appear in the drag-and-drop panel</a:t>
            </a:r>
          </a:p>
          <a:p>
            <a:r>
              <a:rPr lang="en-US" sz="2200" dirty="0">
                <a:latin typeface="+mn-lt"/>
              </a:rPr>
              <a:t>Component Library generates a C# class name from the name</a:t>
            </a:r>
          </a:p>
          <a:p>
            <a:pPr lvl="1"/>
            <a:r>
              <a:rPr lang="en-US" sz="2200" dirty="0">
                <a:solidFill>
                  <a:srgbClr val="00395A"/>
                </a:solidFill>
              </a:rPr>
              <a:t>Converts all text to lower-case</a:t>
            </a:r>
          </a:p>
          <a:p>
            <a:pPr lvl="1"/>
            <a:r>
              <a:rPr lang="en-US" sz="2200" dirty="0">
                <a:solidFill>
                  <a:srgbClr val="00395A"/>
                </a:solidFill>
              </a:rPr>
              <a:t>Removes spaces and punctuation</a:t>
            </a:r>
          </a:p>
          <a:p>
            <a:pPr lvl="1"/>
            <a:r>
              <a:rPr lang="en-US" sz="2200" dirty="0">
                <a:solidFill>
                  <a:srgbClr val="00395A"/>
                </a:solidFill>
              </a:rPr>
              <a:t>Applies initial capital</a:t>
            </a:r>
          </a:p>
          <a:p>
            <a:pPr lvl="1"/>
            <a:r>
              <a:rPr lang="en-US" sz="2200" dirty="0" err="1">
                <a:solidFill>
                  <a:srgbClr val="00395A"/>
                </a:solidFill>
              </a:rPr>
              <a:t>Capitalises</a:t>
            </a:r>
            <a:r>
              <a:rPr lang="en-US" sz="2200" dirty="0">
                <a:solidFill>
                  <a:srgbClr val="00395A"/>
                </a:solidFill>
              </a:rPr>
              <a:t> all letters that appeared after a space of punctuation</a:t>
            </a:r>
          </a:p>
        </p:txBody>
      </p:sp>
    </p:spTree>
    <p:extLst>
      <p:ext uri="{BB962C8B-B14F-4D97-AF65-F5344CB8AC3E}">
        <p14:creationId xmlns:p14="http://schemas.microsoft.com/office/powerpoint/2010/main" val="4077046547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125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Component Naming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F0FE47D-9322-EE48-8D8D-FF607C3C40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89929" y="2599071"/>
            <a:ext cx="3240000" cy="3240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CCACF4E9-6D1B-6A40-9E94-40FF77FD94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63412" y="2599071"/>
            <a:ext cx="3240000" cy="3240000"/>
          </a:xfrm>
          <a:prstGeom prst="rect">
            <a:avLst/>
          </a:prstGeom>
        </p:spPr>
      </p:pic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4519411" cy="47295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DO</a:t>
            </a:r>
          </a:p>
          <a:p>
            <a:r>
              <a:rPr lang="en-US" sz="2200" dirty="0"/>
              <a:t>Use spaces in the component name</a:t>
            </a:r>
            <a:endParaRPr lang="en-US" sz="2200" dirty="0">
              <a:solidFill>
                <a:srgbClr val="00395A"/>
              </a:solidFill>
            </a:endParaRPr>
          </a:p>
          <a:p>
            <a:r>
              <a:rPr lang="en-US" sz="2200" dirty="0">
                <a:solidFill>
                  <a:srgbClr val="00395A"/>
                </a:solidFill>
              </a:rPr>
              <a:t>Use user friendly / readable component names</a:t>
            </a:r>
            <a:br>
              <a:rPr lang="en-US" sz="2200" dirty="0">
                <a:solidFill>
                  <a:srgbClr val="00395A"/>
                </a:solidFill>
              </a:rPr>
            </a:br>
            <a:r>
              <a:rPr lang="en-US" sz="2200" dirty="0">
                <a:solidFill>
                  <a:srgbClr val="00395A"/>
                </a:solidFill>
              </a:rPr>
              <a:t>Call To Action vs </a:t>
            </a:r>
            <a:r>
              <a:rPr lang="en-US" sz="2200" dirty="0" err="1">
                <a:solidFill>
                  <a:srgbClr val="00395A"/>
                </a:solidFill>
              </a:rPr>
              <a:t>CallToAction</a:t>
            </a:r>
            <a:endParaRPr lang="en-US" sz="2200" dirty="0">
              <a:solidFill>
                <a:srgbClr val="00395A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395A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7F266C-BA86-F845-8B0B-D7117E8B9D8F}"/>
              </a:ext>
            </a:extLst>
          </p:cNvPr>
          <p:cNvSpPr txBox="1">
            <a:spLocks/>
          </p:cNvSpPr>
          <p:nvPr/>
        </p:nvSpPr>
        <p:spPr>
          <a:xfrm>
            <a:off x="6195811" y="1707122"/>
            <a:ext cx="4519411" cy="472955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/>
              <a:buChar char="•"/>
              <a:defRPr sz="2400" b="0" i="0" kern="120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b="1" dirty="0"/>
              <a:t>DON’T</a:t>
            </a:r>
          </a:p>
          <a:p>
            <a:r>
              <a:rPr lang="en-US" dirty="0"/>
              <a:t>Use the same name for the folder and the component</a:t>
            </a:r>
          </a:p>
          <a:p>
            <a:r>
              <a:rPr lang="en-US" dirty="0"/>
              <a:t>Use names that are C# reserved words, keywords or system classes</a:t>
            </a:r>
          </a:p>
          <a:p>
            <a:r>
              <a:rPr lang="en-US" dirty="0"/>
              <a:t>Common problem component names:</a:t>
            </a:r>
          </a:p>
          <a:p>
            <a:pPr lvl="1"/>
            <a:r>
              <a:rPr lang="en-US" dirty="0"/>
              <a:t>class</a:t>
            </a:r>
          </a:p>
          <a:p>
            <a:pPr lvl="1"/>
            <a:r>
              <a:rPr lang="en-US" dirty="0"/>
              <a:t>event</a:t>
            </a:r>
          </a:p>
          <a:p>
            <a:pPr lvl="1"/>
            <a:r>
              <a:rPr lang="en-US" dirty="0"/>
              <a:t>date</a:t>
            </a:r>
          </a:p>
          <a:p>
            <a:pPr lvl="1"/>
            <a:r>
              <a:rPr lang="en-US" dirty="0"/>
              <a:t>public</a:t>
            </a:r>
          </a:p>
          <a:p>
            <a:pPr marL="0" indent="0">
              <a:buFont typeface="Arial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904254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125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Component Naming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86884" cy="4729558"/>
          </a:xfrm>
        </p:spPr>
        <p:txBody>
          <a:bodyPr>
            <a:normAutofit/>
          </a:bodyPr>
          <a:lstStyle/>
          <a:p>
            <a:r>
              <a:rPr lang="en-GB" dirty="0"/>
              <a:t>Keep the name as descriptive and user friendly as possible</a:t>
            </a:r>
          </a:p>
          <a:p>
            <a:r>
              <a:rPr lang="en-GB" dirty="0"/>
              <a:t>But remember the naming constraints!</a:t>
            </a:r>
          </a:p>
          <a:p>
            <a:pPr marL="0" indent="0">
              <a:buNone/>
            </a:pPr>
            <a:endParaRPr lang="en-US" dirty="0">
              <a:solidFill>
                <a:srgbClr val="00395A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6F89D7-C556-2247-971F-A10743F11DF9}"/>
              </a:ext>
            </a:extLst>
          </p:cNvPr>
          <p:cNvSpPr/>
          <p:nvPr/>
        </p:nvSpPr>
        <p:spPr>
          <a:xfrm>
            <a:off x="3777005" y="3793857"/>
            <a:ext cx="4709274" cy="1384995"/>
          </a:xfrm>
          <a:prstGeom prst="rect">
            <a:avLst/>
          </a:prstGeom>
          <a:solidFill>
            <a:srgbClr val="FFFF00"/>
          </a:solidFill>
          <a:effectLst>
            <a:outerShdw blurRad="50800" dist="1397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GB" sz="2800" dirty="0">
                <a:solidFill>
                  <a:srgbClr val="00395A"/>
                </a:solidFill>
                <a:latin typeface="Helvetica Neue" panose="02000503000000020004" pitchFamily="2" charset="0"/>
              </a:rPr>
              <a:t>«Header &amp; Link – with CTA»</a:t>
            </a:r>
          </a:p>
          <a:p>
            <a:pPr algn="ctr"/>
            <a:endParaRPr lang="en-GB" sz="2800" dirty="0">
              <a:solidFill>
                <a:srgbClr val="00395A"/>
              </a:solidFill>
              <a:effectLst/>
              <a:latin typeface="Helvetica Neue" panose="02000503000000020004" pitchFamily="2" charset="0"/>
            </a:endParaRPr>
          </a:p>
          <a:p>
            <a:pPr algn="ctr"/>
            <a:r>
              <a:rPr lang="en-GB" sz="2800" dirty="0">
                <a:solidFill>
                  <a:srgbClr val="00395A"/>
                </a:solidFill>
                <a:latin typeface="Helvetica Neue" panose="02000503000000020004" pitchFamily="2" charset="0"/>
              </a:rPr>
              <a:t>Good name or bad name?</a:t>
            </a:r>
            <a:endParaRPr lang="en-GB" sz="2800" dirty="0">
              <a:solidFill>
                <a:srgbClr val="00395A"/>
              </a:solidFill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0561274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125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a component definition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86884" cy="4729558"/>
          </a:xfrm>
        </p:spPr>
        <p:txBody>
          <a:bodyPr>
            <a:normAutofit/>
          </a:bodyPr>
          <a:lstStyle/>
          <a:p>
            <a:r>
              <a:rPr lang="en-GB" sz="2200" dirty="0"/>
              <a:t>Create a component in the Component Definitions</a:t>
            </a:r>
            <a:br>
              <a:rPr lang="en-GB" sz="2200" dirty="0"/>
            </a:br>
            <a:r>
              <a:rPr lang="en-GB" sz="2200" dirty="0"/>
              <a:t>folder</a:t>
            </a:r>
          </a:p>
          <a:p>
            <a:r>
              <a:rPr lang="en-GB" sz="2200" dirty="0"/>
              <a:t>Use File &gt; New &gt; Component and enter a name</a:t>
            </a:r>
          </a:p>
          <a:p>
            <a:pPr lvl="1"/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It’s not easy to rename components, so choose carefully</a:t>
            </a:r>
            <a:endParaRPr lang="en-US" sz="2200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  <a:p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Paste in your markup</a:t>
            </a:r>
          </a:p>
          <a:p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Replace user-editable content with field definitions</a:t>
            </a:r>
          </a:p>
          <a:p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Replace reusable markup fragments with sub-component references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1555" y="1317996"/>
            <a:ext cx="4321938" cy="211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95886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Component </a:t>
            </a:r>
            <a:r>
              <a:rPr lang="en-GB" dirty="0" err="1"/>
              <a:t>markup</a:t>
            </a:r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364901" y="1474378"/>
            <a:ext cx="11599571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364902" y="1907188"/>
            <a:ext cx="5257800" cy="4184519"/>
          </a:xfrm>
        </p:spPr>
        <p:txBody>
          <a:bodyPr>
            <a:no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&lt;div class="card" style="width: 18rem;"&gt;</a:t>
            </a:r>
            <a:b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&lt;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img</a:t>
            </a: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="..." class="card-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img</a:t>
            </a: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-top" alt="..."&gt;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  &lt;div class="card-body"&gt;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&lt;h5 class="card-title"&gt;Card title&lt;/h5&gt;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&lt;p class="card-text"&gt;Some quick example text to build on the card title and make up the bulk of the card's content.&lt;/p&gt; &lt;a 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href</a:t>
            </a: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="#" class="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btn</a:t>
            </a: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btn</a:t>
            </a: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-primary"&gt;Go somewhere&lt;/a&gt;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  &lt;/div&gt;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&lt;/div&gt;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F625D53-A125-3143-BDEF-2F52519D1A42}"/>
              </a:ext>
            </a:extLst>
          </p:cNvPr>
          <p:cNvSpPr txBox="1">
            <a:spLocks/>
          </p:cNvSpPr>
          <p:nvPr/>
        </p:nvSpPr>
        <p:spPr>
          <a:xfrm>
            <a:off x="7228266" y="1838733"/>
            <a:ext cx="4856408" cy="4252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/>
              <a:buChar char="•"/>
              <a:defRPr sz="2400" b="0" i="0" kern="120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&lt;div class="card" style="width: 18rem;"&gt;</a:t>
            </a:r>
            <a:b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sz="1400" dirty="0">
                <a:solidFill>
                  <a:srgbClr val="B5217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{image: </a:t>
            </a:r>
            <a:r>
              <a:rPr lang="en-GB" sz="1400" dirty="0" err="1">
                <a:solidFill>
                  <a:srgbClr val="B5217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OptionalImage</a:t>
            </a:r>
            <a:r>
              <a:rPr lang="en-GB" sz="1400" dirty="0">
                <a:solidFill>
                  <a:srgbClr val="B5217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Font typeface="Arial"/>
              <a:buNone/>
            </a:pP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  &lt;div class="card-body"&gt;</a:t>
            </a:r>
          </a:p>
          <a:p>
            <a:pPr marL="0" indent="0">
              <a:buFont typeface="Arial"/>
              <a:buNone/>
            </a:pP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&lt;h5 class="card-title"&gt;</a:t>
            </a:r>
            <a:r>
              <a:rPr lang="en-GB" sz="1400" dirty="0">
                <a:solidFill>
                  <a:srgbClr val="B5217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GB" sz="1400" dirty="0" err="1">
                <a:solidFill>
                  <a:srgbClr val="B5217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title:Text</a:t>
            </a:r>
            <a:r>
              <a:rPr lang="en-GB" sz="1400" dirty="0">
                <a:solidFill>
                  <a:srgbClr val="B5217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&lt;/h5&gt;</a:t>
            </a:r>
          </a:p>
          <a:p>
            <a:pPr marL="0" indent="0">
              <a:buFont typeface="Arial"/>
              <a:buNone/>
            </a:pP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&lt;p class="card-text"&gt;</a:t>
            </a:r>
            <a:r>
              <a:rPr lang="en-GB" sz="1400" dirty="0">
                <a:solidFill>
                  <a:srgbClr val="B5217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GB" sz="1400" dirty="0" err="1">
                <a:solidFill>
                  <a:srgbClr val="B5217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body:Text</a:t>
            </a:r>
            <a:r>
              <a:rPr lang="en-GB" sz="1400" dirty="0">
                <a:solidFill>
                  <a:srgbClr val="B5217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&lt;/p&gt;</a:t>
            </a:r>
          </a:p>
          <a:p>
            <a:pPr marL="0" indent="0">
              <a:buFont typeface="Arial"/>
              <a:buNone/>
            </a:pP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GB" sz="1400" dirty="0">
                <a:solidFill>
                  <a:srgbClr val="B5217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GB" sz="1400" dirty="0" err="1">
                <a:solidFill>
                  <a:srgbClr val="B5217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cta:OptionalCtaButton</a:t>
            </a:r>
            <a:r>
              <a:rPr lang="en-GB" sz="1400" dirty="0">
                <a:solidFill>
                  <a:srgbClr val="B5217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Font typeface="Arial"/>
              <a:buNone/>
            </a:pP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  &lt;/div&gt;</a:t>
            </a:r>
          </a:p>
          <a:p>
            <a:pPr marL="0" indent="0">
              <a:buFont typeface="Arial"/>
              <a:buNone/>
            </a:pP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&lt;/div&gt;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58C8CE93-3FE9-2845-9C8E-7F394C431905}"/>
              </a:ext>
            </a:extLst>
          </p:cNvPr>
          <p:cNvSpPr/>
          <p:nvPr/>
        </p:nvSpPr>
        <p:spPr>
          <a:xfrm>
            <a:off x="5757928" y="2799941"/>
            <a:ext cx="1287887" cy="1427547"/>
          </a:xfrm>
          <a:prstGeom prst="rightArrow">
            <a:avLst/>
          </a:prstGeom>
          <a:solidFill>
            <a:srgbClr val="003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556367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Placeholders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294407" y="1547006"/>
            <a:ext cx="11599571" cy="5150007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920211" cy="4802187"/>
          </a:xfrm>
        </p:spPr>
        <p:txBody>
          <a:bodyPr>
            <a:no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2200" dirty="0"/>
              <a:t>Field and sub-component references must be in the form: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3600" b="1" dirty="0"/>
              <a:t>{name[:type]}</a:t>
            </a:r>
          </a:p>
          <a:p>
            <a:pPr>
              <a:lnSpc>
                <a:spcPct val="160000"/>
              </a:lnSpc>
            </a:pPr>
            <a:r>
              <a:rPr lang="en-US" sz="2200" dirty="0"/>
              <a:t>Name is required</a:t>
            </a:r>
          </a:p>
          <a:p>
            <a:pPr>
              <a:lnSpc>
                <a:spcPct val="160000"/>
              </a:lnSpc>
            </a:pPr>
            <a:r>
              <a:rPr lang="en-US" sz="2200" dirty="0"/>
              <a:t>You can repeat a field name in the markup if you need a copy of the markup to appear in multiple places.</a:t>
            </a:r>
          </a:p>
          <a:p>
            <a:pPr>
              <a:lnSpc>
                <a:spcPct val="160000"/>
              </a:lnSpc>
            </a:pPr>
            <a:r>
              <a:rPr lang="en-US" sz="2200" dirty="0"/>
              <a:t>The field type is optional – Component Library will default to using the Text component.</a:t>
            </a:r>
          </a:p>
          <a:p>
            <a:pPr>
              <a:lnSpc>
                <a:spcPct val="160000"/>
              </a:lnSpc>
            </a:pPr>
            <a:r>
              <a:rPr lang="en-US" sz="2200" dirty="0"/>
              <a:t>If provided, type must be the C# class name for the component</a:t>
            </a:r>
          </a:p>
        </p:txBody>
      </p:sp>
    </p:spTree>
    <p:extLst>
      <p:ext uri="{BB962C8B-B14F-4D97-AF65-F5344CB8AC3E}">
        <p14:creationId xmlns:p14="http://schemas.microsoft.com/office/powerpoint/2010/main" val="1671918723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Field Naming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6F8A25D-D7A0-BC49-BE6A-EF2EDDBE26EF}"/>
              </a:ext>
            </a:extLst>
          </p:cNvPr>
          <p:cNvSpPr txBox="1">
            <a:spLocks/>
          </p:cNvSpPr>
          <p:nvPr/>
        </p:nvSpPr>
        <p:spPr>
          <a:xfrm>
            <a:off x="838200" y="1474378"/>
            <a:ext cx="10586884" cy="47295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/>
              <a:buChar char="•"/>
              <a:defRPr sz="2400" b="0" i="0" kern="120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/>
              <a:t>Naming is important:</a:t>
            </a:r>
          </a:p>
          <a:p>
            <a:r>
              <a:rPr lang="en-US" sz="2200" dirty="0">
                <a:latin typeface="+mn-lt"/>
              </a:rPr>
              <a:t>Field names will be referenced in code: asset[“</a:t>
            </a:r>
            <a:r>
              <a:rPr lang="en-US" sz="2200" dirty="0" err="1">
                <a:latin typeface="+mn-lt"/>
              </a:rPr>
              <a:t>field_name</a:t>
            </a:r>
            <a:r>
              <a:rPr lang="en-US" sz="2200" dirty="0">
                <a:latin typeface="+mn-lt"/>
              </a:rPr>
              <a:t>”]</a:t>
            </a:r>
          </a:p>
          <a:p>
            <a:r>
              <a:rPr lang="en-US" sz="2200" dirty="0">
                <a:latin typeface="+mn-lt"/>
              </a:rPr>
              <a:t>Field names become class variables in C#</a:t>
            </a:r>
          </a:p>
          <a:p>
            <a:pPr lvl="1"/>
            <a:r>
              <a:rPr lang="en-US" sz="2200" dirty="0"/>
              <a:t>Must start with a letter</a:t>
            </a:r>
          </a:p>
          <a:p>
            <a:pPr lvl="1"/>
            <a:r>
              <a:rPr lang="en-US" sz="2200" dirty="0"/>
              <a:t>Can contain letters, numbers and underscore</a:t>
            </a:r>
          </a:p>
          <a:p>
            <a:pPr lvl="1"/>
            <a:r>
              <a:rPr lang="en-US" sz="2200" dirty="0"/>
              <a:t>Don’t use symbols: - + * @ $</a:t>
            </a:r>
          </a:p>
          <a:p>
            <a:pPr lvl="1"/>
            <a:r>
              <a:rPr lang="en-US" sz="2200" dirty="0"/>
              <a:t>Cannot be a C# keyword</a:t>
            </a:r>
          </a:p>
          <a:p>
            <a:r>
              <a:rPr lang="en-US" sz="2200" dirty="0"/>
              <a:t>Component Library will replace dashes with underscores in the generated C# code – HOWEVER, we don’t recommend using field names like this as it can lead to collisions.</a:t>
            </a:r>
          </a:p>
        </p:txBody>
      </p:sp>
    </p:spTree>
    <p:extLst>
      <p:ext uri="{BB962C8B-B14F-4D97-AF65-F5344CB8AC3E}">
        <p14:creationId xmlns:p14="http://schemas.microsoft.com/office/powerpoint/2010/main" val="2108872126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125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Field Naming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6F8A25D-D7A0-BC49-BE6A-EF2EDDBE26EF}"/>
              </a:ext>
            </a:extLst>
          </p:cNvPr>
          <p:cNvSpPr txBox="1">
            <a:spLocks/>
          </p:cNvSpPr>
          <p:nvPr/>
        </p:nvSpPr>
        <p:spPr>
          <a:xfrm>
            <a:off x="838200" y="1474378"/>
            <a:ext cx="10586884" cy="25051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/>
              <a:buChar char="•"/>
              <a:defRPr sz="2400" b="0" i="0" kern="120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latin typeface="+mn-lt"/>
              </a:rPr>
              <a:t>Component Library generates a default label for your field on the data entry panel by:</a:t>
            </a:r>
          </a:p>
          <a:p>
            <a:pPr lvl="1"/>
            <a:r>
              <a:rPr lang="en-US" sz="2200" dirty="0">
                <a:solidFill>
                  <a:srgbClr val="00395A"/>
                </a:solidFill>
              </a:rPr>
              <a:t>Replacing underscores and dashes with spaces </a:t>
            </a:r>
            <a:r>
              <a:rPr lang="en-US" sz="2200" dirty="0">
                <a:solidFill>
                  <a:srgbClr val="B5217E"/>
                </a:solidFill>
              </a:rPr>
              <a:t>[EXCEPT LEADING UNDERSCORES]</a:t>
            </a:r>
          </a:p>
          <a:p>
            <a:pPr lvl="1"/>
            <a:r>
              <a:rPr lang="en-US" sz="2200" dirty="0">
                <a:solidFill>
                  <a:srgbClr val="00395A"/>
                </a:solidFill>
              </a:rPr>
              <a:t>Converting to title case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7574EC-191A-3D42-A29F-5B852E2BB9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913614"/>
              </p:ext>
            </p:extLst>
          </p:nvPr>
        </p:nvGraphicFramePr>
        <p:xfrm>
          <a:off x="838200" y="3068144"/>
          <a:ext cx="10018690" cy="3583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284">
                  <a:extLst>
                    <a:ext uri="{9D8B030D-6E8A-4147-A177-3AD203B41FA5}">
                      <a16:colId xmlns:a16="http://schemas.microsoft.com/office/drawing/2014/main" val="3812557196"/>
                    </a:ext>
                  </a:extLst>
                </a:gridCol>
                <a:gridCol w="3376703">
                  <a:extLst>
                    <a:ext uri="{9D8B030D-6E8A-4147-A177-3AD203B41FA5}">
                      <a16:colId xmlns:a16="http://schemas.microsoft.com/office/drawing/2014/main" val="2255819209"/>
                    </a:ext>
                  </a:extLst>
                </a:gridCol>
                <a:gridCol w="3376703">
                  <a:extLst>
                    <a:ext uri="{9D8B030D-6E8A-4147-A177-3AD203B41FA5}">
                      <a16:colId xmlns:a16="http://schemas.microsoft.com/office/drawing/2014/main" val="1928014542"/>
                    </a:ext>
                  </a:extLst>
                </a:gridCol>
              </a:tblGrid>
              <a:tr h="511935">
                <a:tc>
                  <a:txBody>
                    <a:bodyPr/>
                    <a:lstStyle/>
                    <a:p>
                      <a:r>
                        <a:rPr lang="en-US" dirty="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Assessment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9844875"/>
                  </a:ext>
                </a:extLst>
              </a:tr>
              <a:tr h="511935">
                <a:tc>
                  <a:txBody>
                    <a:bodyPr/>
                    <a:lstStyle/>
                    <a:p>
                      <a:r>
                        <a:rPr lang="en-US" dirty="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820750"/>
                  </a:ext>
                </a:extLst>
              </a:tr>
              <a:tr h="511935">
                <a:tc>
                  <a:txBody>
                    <a:bodyPr/>
                    <a:lstStyle/>
                    <a:p>
                      <a:r>
                        <a:rPr lang="en-US" dirty="0" err="1"/>
                        <a:t>field_name_with_parts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Field Name With 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214187"/>
                  </a:ext>
                </a:extLst>
              </a:tr>
              <a:tr h="511935">
                <a:tc>
                  <a:txBody>
                    <a:bodyPr/>
                    <a:lstStyle/>
                    <a:p>
                      <a:r>
                        <a:rPr lang="en-US" dirty="0"/>
                        <a:t>_field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_field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(CL does not generate a label)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312017"/>
                  </a:ext>
                </a:extLst>
              </a:tr>
              <a:tr h="511935">
                <a:tc>
                  <a:txBody>
                    <a:bodyPr/>
                    <a:lstStyle/>
                    <a:p>
                      <a:r>
                        <a:rPr lang="en-US" dirty="0"/>
                        <a:t>field-name-with-parts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Field Name With 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(Invalid C# identifier)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3163521"/>
                  </a:ext>
                </a:extLst>
              </a:tr>
              <a:tr h="511935">
                <a:tc>
                  <a:txBody>
                    <a:bodyPr/>
                    <a:lstStyle/>
                    <a:p>
                      <a:r>
                        <a:rPr lang="en-US" dirty="0"/>
                        <a:t>$field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 (Invalid C# identifier)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149824"/>
                  </a:ext>
                </a:extLst>
              </a:tr>
              <a:tr h="511935">
                <a:tc>
                  <a:txBody>
                    <a:bodyPr/>
                    <a:lstStyle/>
                    <a:p>
                      <a:r>
                        <a:rPr lang="en-US" dirty="0"/>
                        <a:t>field with spaces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 (Invalid C# identifier)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7087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8184664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Components in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86884" cy="4729558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Try to keep all your components at the same hierarchy level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For example all inside a &lt;div class=“column”&gt;</a:t>
            </a:r>
          </a:p>
          <a:p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Once you’re done, click Save</a:t>
            </a:r>
          </a:p>
          <a:p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Refresh the view</a:t>
            </a:r>
          </a:p>
          <a:p>
            <a:r>
              <a:rPr lang="en-US" sz="2200" dirty="0">
                <a:solidFill>
                  <a:schemeClr val="accent1">
                    <a:lumMod val="50000"/>
                  </a:schemeClr>
                </a:solidFill>
              </a:rPr>
              <a:t>Below the Markup field, you should see the Component Details panel</a:t>
            </a:r>
          </a:p>
          <a:p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4167446477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Components in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86884" cy="4729558"/>
          </a:xfrm>
        </p:spPr>
        <p:txBody>
          <a:bodyPr>
            <a:normAutofit/>
          </a:bodyPr>
          <a:lstStyle/>
          <a:p>
            <a:endParaRPr lang="en-GB" sz="2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690688"/>
            <a:ext cx="7483997" cy="4738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364307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Components in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86884" cy="4729558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Here you can confirm and configure your components</a:t>
            </a:r>
          </a:p>
          <a:p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Choose a Component Type for each component if you didn’t specify this in the pattern</a:t>
            </a:r>
          </a:p>
          <a:p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Make the component required if a value must be provided</a:t>
            </a:r>
          </a:p>
          <a:p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Change the label displayed for the component data entry field</a:t>
            </a:r>
          </a:p>
          <a:p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Add a message above the component – this is useful for grouping fields</a:t>
            </a:r>
            <a:endParaRPr lang="en-US" sz="2200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1357828176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Components in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86884" cy="4729558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The first time you save, the Component Library creates two C# class files in the project Library folder</a:t>
            </a:r>
          </a:p>
          <a:p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You can see the names of these classes on the Advanced tab</a:t>
            </a:r>
          </a:p>
          <a:p>
            <a:r>
              <a:rPr lang="en-US" sz="2200" dirty="0">
                <a:solidFill>
                  <a:schemeClr val="accent1">
                    <a:lumMod val="50000"/>
                  </a:schemeClr>
                </a:solidFill>
              </a:rPr>
              <a:t>For example, if your component was called “Test”</a:t>
            </a:r>
          </a:p>
          <a:p>
            <a:pPr lvl="1"/>
            <a:r>
              <a:rPr lang="en-US" sz="1800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Components_TestBase.cs</a:t>
            </a:r>
            <a:endParaRPr lang="en-US" sz="1800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  <a:p>
            <a:pPr lvl="1"/>
            <a:r>
              <a:rPr lang="en-US" sz="1800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Components_Test.cs</a:t>
            </a:r>
            <a:endParaRPr lang="en-US" sz="1800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  <a:p>
            <a:r>
              <a:rPr lang="en-GB" sz="2200" dirty="0">
                <a:solidFill>
                  <a:srgbClr val="B5217E"/>
                </a:solidFill>
              </a:rPr>
              <a:t>Never edit the “Base” class </a:t>
            </a:r>
            <a:r>
              <a:rPr lang="en-GB" sz="2200" dirty="0"/>
              <a:t>– this is regenerated on each save</a:t>
            </a:r>
          </a:p>
        </p:txBody>
      </p:sp>
    </p:spTree>
    <p:extLst>
      <p:ext uri="{BB962C8B-B14F-4D97-AF65-F5344CB8AC3E}">
        <p14:creationId xmlns:p14="http://schemas.microsoft.com/office/powerpoint/2010/main" val="865497181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Components in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86884" cy="4729558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The other class is available for you to edit to customize your component’s behavior</a:t>
            </a:r>
          </a:p>
          <a:p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Put logic in here to supplement or replace:</a:t>
            </a:r>
          </a:p>
          <a:p>
            <a:pPr lvl="1"/>
            <a:r>
              <a:rPr lang="en-US" sz="2200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ComponentInput</a:t>
            </a: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() – for the input experience</a:t>
            </a:r>
          </a:p>
          <a:p>
            <a:pPr lvl="1"/>
            <a:r>
              <a:rPr lang="en-US" sz="2200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ComponentPostInput</a:t>
            </a: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() – custom validation run when the user clicks Save</a:t>
            </a:r>
          </a:p>
          <a:p>
            <a:pPr lvl="1"/>
            <a:r>
              <a:rPr lang="en-US" sz="2200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ComponentOutput</a:t>
            </a: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() – control exactly what your control outputs</a:t>
            </a:r>
          </a:p>
          <a:p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Wrap or replace the base method call depending on your requirements</a:t>
            </a:r>
          </a:p>
        </p:txBody>
      </p:sp>
    </p:spTree>
    <p:extLst>
      <p:ext uri="{BB962C8B-B14F-4D97-AF65-F5344CB8AC3E}">
        <p14:creationId xmlns:p14="http://schemas.microsoft.com/office/powerpoint/2010/main" val="3681944958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Layouts in detail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3063136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86884" cy="4729558"/>
          </a:xfrm>
        </p:spPr>
        <p:txBody>
          <a:bodyPr>
            <a:normAutofit/>
          </a:bodyPr>
          <a:lstStyle/>
          <a:p>
            <a:r>
              <a:rPr lang="en-US" sz="2200" dirty="0"/>
              <a:t>The Layout Definitions folder contains your layouts</a:t>
            </a:r>
          </a:p>
          <a:p>
            <a:r>
              <a:rPr lang="en-US" sz="2200" dirty="0"/>
              <a:t>Layouts…</a:t>
            </a:r>
          </a:p>
          <a:p>
            <a:pPr lvl="1"/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provide additional HTML </a:t>
            </a:r>
            <a:r>
              <a:rPr lang="en-GB" sz="2200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markup</a:t>
            </a:r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to position and structure your components</a:t>
            </a:r>
          </a:p>
          <a:p>
            <a:pPr lvl="1"/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specify ”slots” into which you can place components</a:t>
            </a:r>
          </a:p>
          <a:p>
            <a:pPr lvl="1"/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are reused a lot</a:t>
            </a:r>
          </a:p>
          <a:p>
            <a:pPr lvl="1"/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are the glue that sticks your components together</a:t>
            </a:r>
          </a:p>
          <a:p>
            <a:pPr lvl="1"/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are not built into classes, but processed when a template is used</a:t>
            </a:r>
          </a:p>
          <a:p>
            <a:pPr lvl="1"/>
            <a:endParaRPr lang="en-GB" sz="2200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  <a:p>
            <a:pPr lvl="1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891101119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Layouts in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86884" cy="4729558"/>
          </a:xfrm>
        </p:spPr>
        <p:txBody>
          <a:bodyPr>
            <a:normAutofit/>
          </a:bodyPr>
          <a:lstStyle/>
          <a:p>
            <a:r>
              <a:rPr lang="en-GB" sz="2200" dirty="0"/>
              <a:t>Use File &gt; New &gt; Layout and enter a name</a:t>
            </a:r>
          </a:p>
          <a:p>
            <a:pPr lvl="1"/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Enter </a:t>
            </a:r>
            <a:r>
              <a:rPr lang="en-GB" sz="2200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markup</a:t>
            </a:r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– use {</a:t>
            </a:r>
            <a:r>
              <a:rPr lang="en-GB" sz="2200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col</a:t>
            </a:r>
            <a:r>
              <a:rPr lang="en-GB" sz="2200" i="1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n</a:t>
            </a:r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} for your slots (columns)</a:t>
            </a:r>
            <a:b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</a:br>
            <a:b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</a:br>
            <a:endParaRPr lang="en-GB" sz="2200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  <a:p>
            <a:pPr marL="45720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&lt;div class="row"&gt;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&lt;div class="col col-md-8"&gt;{col1}&lt;/div&gt;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&lt;div class="col col-md-4"&gt;{col2}&lt;/div&gt;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&lt;/div&gt;</a:t>
            </a:r>
          </a:p>
          <a:p>
            <a:r>
              <a:rPr lang="en-GB" sz="2200" dirty="0">
                <a:solidFill>
                  <a:schemeClr val="accent1">
                    <a:lumMod val="50000"/>
                  </a:schemeClr>
                </a:solidFill>
              </a:rPr>
              <a:t>NOTE: if you target multiple components in a slot, the component </a:t>
            </a:r>
            <a:r>
              <a:rPr lang="en-GB" sz="2200" dirty="0" err="1">
                <a:solidFill>
                  <a:schemeClr val="accent1">
                    <a:lumMod val="50000"/>
                  </a:schemeClr>
                </a:solidFill>
              </a:rPr>
              <a:t>markup</a:t>
            </a:r>
            <a:r>
              <a:rPr lang="en-GB" sz="2200" dirty="0">
                <a:solidFill>
                  <a:schemeClr val="accent1">
                    <a:lumMod val="50000"/>
                  </a:schemeClr>
                </a:solidFill>
              </a:rPr>
              <a:t> will be placed sequentially</a:t>
            </a:r>
          </a:p>
          <a:p>
            <a:endParaRPr lang="en-GB" sz="2200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89258109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included in the Component Library?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4877884" y="1690688"/>
            <a:ext cx="6547199" cy="4729558"/>
          </a:xfrm>
        </p:spPr>
        <p:txBody>
          <a:bodyPr>
            <a:normAutofit/>
          </a:bodyPr>
          <a:lstStyle/>
          <a:p>
            <a:r>
              <a:rPr lang="en-US" sz="2200" dirty="0"/>
              <a:t>No Rail layout</a:t>
            </a:r>
          </a:p>
          <a:p>
            <a:pPr lvl="1"/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shows your component </a:t>
            </a:r>
            <a:r>
              <a:rPr lang="en-GB" sz="2200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markup</a:t>
            </a:r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unaltered</a:t>
            </a:r>
          </a:p>
          <a:p>
            <a:pPr lvl="1"/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good choice for full-width items</a:t>
            </a:r>
          </a:p>
          <a:p>
            <a:pPr lvl="1"/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most common choice when building a page</a:t>
            </a:r>
          </a:p>
          <a:p>
            <a:pPr lvl="1"/>
            <a:endParaRPr lang="en-GB" sz="2200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  <a:p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Layout wraps component </a:t>
            </a:r>
            <a:r>
              <a:rPr lang="en-GB" sz="2200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markup</a:t>
            </a:r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with extra </a:t>
            </a:r>
            <a:r>
              <a:rPr lang="en-GB" sz="2200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markup</a:t>
            </a:r>
            <a:endParaRPr lang="en-GB" sz="2200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  <a:p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Most common framework is Twitter Bootstrap</a:t>
            </a:r>
          </a:p>
          <a:p>
            <a:pPr lvl="1"/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e.g. col-md-6 </a:t>
            </a:r>
            <a:r>
              <a:rPr lang="en-GB" sz="2200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col-md-6</a:t>
            </a:r>
            <a:endParaRPr lang="en-GB" sz="2200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  <a:p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Make as many layouts as your site needs</a:t>
            </a:r>
          </a:p>
          <a:p>
            <a:pPr lvl="1"/>
            <a:endParaRPr lang="en-US" sz="2200" dirty="0"/>
          </a:p>
        </p:txBody>
      </p:sp>
      <p:sp>
        <p:nvSpPr>
          <p:cNvPr id="8" name="Rounded Rectangle 7"/>
          <p:cNvSpPr/>
          <p:nvPr/>
        </p:nvSpPr>
        <p:spPr>
          <a:xfrm>
            <a:off x="1194393" y="1474378"/>
            <a:ext cx="3151573" cy="4787526"/>
          </a:xfrm>
          <a:prstGeom prst="roundRect">
            <a:avLst/>
          </a:prstGeom>
          <a:gradFill flip="none" rotWithShape="1">
            <a:gsLst>
              <a:gs pos="0">
                <a:srgbClr val="727272">
                  <a:tint val="66000"/>
                  <a:satMod val="160000"/>
                </a:srgbClr>
              </a:gs>
              <a:gs pos="50000">
                <a:srgbClr val="727272">
                  <a:tint val="44500"/>
                  <a:satMod val="160000"/>
                </a:srgbClr>
              </a:gs>
              <a:gs pos="100000">
                <a:srgbClr val="727272">
                  <a:tint val="23500"/>
                  <a:satMod val="160000"/>
                </a:srgbClr>
              </a:gs>
            </a:gsLst>
            <a:lin ang="162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28001" y="1691109"/>
            <a:ext cx="684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 Page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54189" y="2202347"/>
            <a:ext cx="2831977" cy="1587617"/>
          </a:xfrm>
          <a:prstGeom prst="rect">
            <a:avLst/>
          </a:prstGeom>
          <a:gradFill flip="none" rotWithShape="1">
            <a:gsLst>
              <a:gs pos="0">
                <a:srgbClr val="A29060">
                  <a:tint val="66000"/>
                  <a:satMod val="160000"/>
                </a:srgbClr>
              </a:gs>
              <a:gs pos="50000">
                <a:srgbClr val="A29060">
                  <a:tint val="44500"/>
                  <a:satMod val="160000"/>
                </a:srgbClr>
              </a:gs>
              <a:gs pos="100000">
                <a:srgbClr val="A29060">
                  <a:tint val="23500"/>
                  <a:satMod val="160000"/>
                </a:srgbClr>
              </a:gs>
            </a:gsLst>
            <a:lin ang="16200000" scaled="1"/>
            <a:tileRect/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2015467" y="2239760"/>
            <a:ext cx="1571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 Rail Layout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00670" y="2646504"/>
            <a:ext cx="2539014" cy="1019770"/>
          </a:xfrm>
          <a:prstGeom prst="rect">
            <a:avLst/>
          </a:prstGeom>
          <a:gradFill flip="none" rotWithShape="1">
            <a:gsLst>
              <a:gs pos="0">
                <a:srgbClr val="F4BD0C">
                  <a:tint val="66000"/>
                  <a:satMod val="160000"/>
                </a:srgbClr>
              </a:gs>
              <a:gs pos="50000">
                <a:srgbClr val="F4BD0C">
                  <a:tint val="44500"/>
                  <a:satMod val="160000"/>
                </a:srgbClr>
              </a:gs>
              <a:gs pos="100000">
                <a:srgbClr val="F4BD0C">
                  <a:tint val="23500"/>
                  <a:satMod val="160000"/>
                </a:srgbClr>
              </a:gs>
            </a:gsLst>
            <a:lin ang="16200000" scaled="1"/>
            <a:tileRect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Component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54190" y="4019322"/>
            <a:ext cx="2831977" cy="1587617"/>
          </a:xfrm>
          <a:prstGeom prst="rect">
            <a:avLst/>
          </a:prstGeom>
          <a:gradFill flip="none" rotWithShape="1">
            <a:gsLst>
              <a:gs pos="0">
                <a:srgbClr val="A29060">
                  <a:tint val="66000"/>
                  <a:satMod val="160000"/>
                </a:srgbClr>
              </a:gs>
              <a:gs pos="50000">
                <a:srgbClr val="A29060">
                  <a:tint val="44500"/>
                  <a:satMod val="160000"/>
                </a:srgbClr>
              </a:gs>
              <a:gs pos="100000">
                <a:srgbClr val="A29060">
                  <a:tint val="23500"/>
                  <a:satMod val="160000"/>
                </a:srgbClr>
              </a:gs>
            </a:gsLst>
            <a:lin ang="16200000" scaled="1"/>
            <a:tileRect/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1684827" y="4057644"/>
            <a:ext cx="2170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Half and Half Layout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00669" y="4465298"/>
            <a:ext cx="1149662" cy="1019770"/>
          </a:xfrm>
          <a:prstGeom prst="rect">
            <a:avLst/>
          </a:prstGeom>
          <a:gradFill flip="none" rotWithShape="1">
            <a:gsLst>
              <a:gs pos="0">
                <a:srgbClr val="F4BD0C">
                  <a:tint val="66000"/>
                  <a:satMod val="160000"/>
                </a:srgbClr>
              </a:gs>
              <a:gs pos="50000">
                <a:srgbClr val="F4BD0C">
                  <a:tint val="44500"/>
                  <a:satMod val="160000"/>
                </a:srgbClr>
              </a:gs>
              <a:gs pos="100000">
                <a:srgbClr val="F4BD0C">
                  <a:tint val="23500"/>
                  <a:satMod val="160000"/>
                </a:srgbClr>
              </a:gs>
            </a:gsLst>
            <a:lin ang="16200000" scaled="1"/>
            <a:tileRect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Component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90022" y="4465298"/>
            <a:ext cx="1149662" cy="1019770"/>
          </a:xfrm>
          <a:prstGeom prst="rect">
            <a:avLst/>
          </a:prstGeom>
          <a:gradFill flip="none" rotWithShape="1">
            <a:gsLst>
              <a:gs pos="0">
                <a:srgbClr val="F4BD0C">
                  <a:tint val="66000"/>
                  <a:satMod val="160000"/>
                </a:srgbClr>
              </a:gs>
              <a:gs pos="50000">
                <a:srgbClr val="F4BD0C">
                  <a:tint val="44500"/>
                  <a:satMod val="160000"/>
                </a:srgbClr>
              </a:gs>
              <a:gs pos="100000">
                <a:srgbClr val="F4BD0C">
                  <a:tint val="23500"/>
                  <a:satMod val="160000"/>
                </a:srgbClr>
              </a:gs>
            </a:gsLst>
            <a:lin ang="16200000" scaled="1"/>
            <a:tileRect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Component</a:t>
            </a:r>
          </a:p>
        </p:txBody>
      </p:sp>
    </p:spTree>
    <p:extLst>
      <p:ext uri="{BB962C8B-B14F-4D97-AF65-F5344CB8AC3E}">
        <p14:creationId xmlns:p14="http://schemas.microsoft.com/office/powerpoint/2010/main" val="309516723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 animBg="1"/>
      <p:bldP spid="13" grpId="0" animBg="1"/>
      <p:bldP spid="14" grpId="0"/>
      <p:bldP spid="15" grpId="0" animBg="1"/>
      <p:bldP spid="1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Layouts in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86884" cy="4729558"/>
          </a:xfrm>
        </p:spPr>
        <p:txBody>
          <a:bodyPr>
            <a:normAutofit/>
          </a:bodyPr>
          <a:lstStyle/>
          <a:p>
            <a:r>
              <a:rPr lang="en-GB" sz="2200" dirty="0"/>
              <a:t>Up to four columns are allowed in each layout</a:t>
            </a:r>
          </a:p>
          <a:p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Select which column to use when placing a component on a template</a:t>
            </a:r>
          </a:p>
          <a:p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As with components, try to keep your layouts at the same level</a:t>
            </a:r>
          </a:p>
          <a:p>
            <a:pPr lvl="1"/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For example, all inside &lt;div class=“container”&gt;</a:t>
            </a:r>
          </a:p>
          <a:p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NOTE: you can create a null layout that doesn’t specify any slots – useful when you don’t want output as with configuration components</a:t>
            </a:r>
          </a:p>
        </p:txBody>
      </p:sp>
    </p:spTree>
    <p:extLst>
      <p:ext uri="{BB962C8B-B14F-4D97-AF65-F5344CB8AC3E}">
        <p14:creationId xmlns:p14="http://schemas.microsoft.com/office/powerpoint/2010/main" val="3095079731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Wrappers in detail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38977"/>
      </p:ext>
    </p:ext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86884" cy="4729558"/>
          </a:xfrm>
        </p:spPr>
        <p:txBody>
          <a:bodyPr>
            <a:normAutofit/>
          </a:bodyPr>
          <a:lstStyle/>
          <a:p>
            <a:r>
              <a:rPr lang="en-GB" dirty="0">
                <a:latin typeface="+mj-lt"/>
                <a:cs typeface="Calibri" panose="020F0502020204030204" pitchFamily="34" charset="0"/>
              </a:rPr>
              <a:t>Wrappers Definition </a:t>
            </a:r>
            <a:r>
              <a:rPr lang="en-GB" dirty="0">
                <a:solidFill>
                  <a:schemeClr val="accent1">
                    <a:lumMod val="50000"/>
                  </a:schemeClr>
                </a:solidFill>
                <a:latin typeface="+mj-lt"/>
                <a:cs typeface="Calibri" panose="020F0502020204030204" pitchFamily="34" charset="0"/>
              </a:rPr>
              <a:t>are used to generate </a:t>
            </a:r>
            <a:r>
              <a:rPr lang="en-GB" dirty="0" err="1">
                <a:solidFill>
                  <a:schemeClr val="accent1">
                    <a:lumMod val="50000"/>
                  </a:schemeClr>
                </a:solidFill>
                <a:latin typeface="+mj-lt"/>
                <a:cs typeface="Calibri" panose="020F0502020204030204" pitchFamily="34" charset="0"/>
              </a:rPr>
              <a:t>nav</a:t>
            </a:r>
            <a:r>
              <a:rPr lang="en-GB" dirty="0">
                <a:solidFill>
                  <a:schemeClr val="accent1">
                    <a:lumMod val="50000"/>
                  </a:schemeClr>
                </a:solidFill>
                <a:latin typeface="+mj-lt"/>
                <a:cs typeface="Calibri" panose="020F0502020204030204" pitchFamily="34" charset="0"/>
              </a:rPr>
              <a:t>-wrapper templates</a:t>
            </a:r>
          </a:p>
          <a:p>
            <a:r>
              <a:rPr lang="en-GB" dirty="0">
                <a:solidFill>
                  <a:schemeClr val="accent1">
                    <a:lumMod val="50000"/>
                  </a:schemeClr>
                </a:solidFill>
                <a:latin typeface="+mj-lt"/>
                <a:cs typeface="Calibri" panose="020F0502020204030204" pitchFamily="34" charset="0"/>
              </a:rPr>
              <a:t>As a reminder, </a:t>
            </a:r>
            <a:r>
              <a:rPr lang="en-GB" dirty="0" err="1">
                <a:solidFill>
                  <a:schemeClr val="accent1">
                    <a:lumMod val="50000"/>
                  </a:schemeClr>
                </a:solidFill>
                <a:latin typeface="+mj-lt"/>
                <a:cs typeface="Calibri" panose="020F0502020204030204" pitchFamily="34" charset="0"/>
              </a:rPr>
              <a:t>nav</a:t>
            </a:r>
            <a:r>
              <a:rPr lang="en-GB" dirty="0">
                <a:solidFill>
                  <a:schemeClr val="accent1">
                    <a:lumMod val="50000"/>
                  </a:schemeClr>
                </a:solidFill>
                <a:latin typeface="+mj-lt"/>
                <a:cs typeface="Calibri" panose="020F0502020204030204" pitchFamily="34" charset="0"/>
              </a:rPr>
              <a:t>-wrapper templates</a:t>
            </a:r>
          </a:p>
          <a:p>
            <a:pPr lvl="1"/>
            <a:r>
              <a:rPr lang="en-GB" dirty="0">
                <a:solidFill>
                  <a:schemeClr val="accent1">
                    <a:lumMod val="50000"/>
                  </a:schemeClr>
                </a:solidFill>
                <a:latin typeface="+mj-lt"/>
                <a:cs typeface="Calibri" panose="020F0502020204030204" pitchFamily="34" charset="0"/>
              </a:rPr>
              <a:t>include common navigational and boilerplate elements</a:t>
            </a:r>
          </a:p>
          <a:p>
            <a:pPr lvl="1"/>
            <a:r>
              <a:rPr lang="en-GB" dirty="0">
                <a:solidFill>
                  <a:schemeClr val="accent1">
                    <a:lumMod val="50000"/>
                  </a:schemeClr>
                </a:solidFill>
                <a:latin typeface="+mj-lt"/>
                <a:cs typeface="Calibri" panose="020F0502020204030204" pitchFamily="34" charset="0"/>
              </a:rPr>
              <a:t>are often the same across all pages</a:t>
            </a:r>
          </a:p>
          <a:p>
            <a:pPr lvl="1"/>
            <a:r>
              <a:rPr lang="en-GB" dirty="0">
                <a:solidFill>
                  <a:schemeClr val="accent1">
                    <a:lumMod val="50000"/>
                  </a:schemeClr>
                </a:solidFill>
                <a:latin typeface="+mj-lt"/>
                <a:cs typeface="Calibri" panose="020F0502020204030204" pitchFamily="34" charset="0"/>
              </a:rPr>
              <a:t>help to ensure the consistency of your site</a:t>
            </a:r>
          </a:p>
          <a:p>
            <a:pPr lvl="1"/>
            <a:r>
              <a:rPr lang="en-GB" dirty="0">
                <a:solidFill>
                  <a:schemeClr val="accent1">
                    <a:lumMod val="50000"/>
                  </a:schemeClr>
                </a:solidFill>
                <a:latin typeface="+mj-lt"/>
                <a:cs typeface="Calibri" panose="020F0502020204030204" pitchFamily="34" charset="0"/>
              </a:rPr>
              <a:t>are built into CMS templates when they are saved</a:t>
            </a:r>
          </a:p>
          <a:p>
            <a:pPr lvl="1"/>
            <a:endParaRPr lang="en-US" sz="2200" dirty="0">
              <a:solidFill>
                <a:schemeClr val="accent1">
                  <a:lumMod val="50000"/>
                </a:schemeClr>
              </a:solidFill>
              <a:latin typeface="+mj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555861"/>
      </p:ext>
    </p:extLst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Wrappers in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86884" cy="4729558"/>
          </a:xfrm>
        </p:spPr>
        <p:txBody>
          <a:bodyPr>
            <a:normAutofit/>
          </a:bodyPr>
          <a:lstStyle/>
          <a:p>
            <a:r>
              <a:rPr lang="en-US" dirty="0"/>
              <a:t>Create a Wrapper in Component Library/</a:t>
            </a:r>
            <a:r>
              <a:rPr lang="en-US" dirty="0" err="1"/>
              <a:t>Nav</a:t>
            </a:r>
            <a:r>
              <a:rPr lang="en-US" dirty="0"/>
              <a:t> Wrapper Definitions</a:t>
            </a:r>
          </a:p>
          <a:p>
            <a:r>
              <a:rPr lang="en-US" dirty="0"/>
              <a:t>Use File &gt; New &gt; Wrapper and enter a name</a:t>
            </a:r>
          </a:p>
          <a:p>
            <a:r>
              <a:rPr lang="en-US" dirty="0"/>
              <a:t>Enter sections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Sections go in the Header or the Footer of the page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Each section has a layout – use “no rail” if you don’t need markup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Each section corresponds to a tab on the Site Configuration template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Sections can contain one or more components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Input-only components are useful here – see Advanced Components</a:t>
            </a:r>
          </a:p>
        </p:txBody>
      </p:sp>
    </p:spTree>
    <p:extLst>
      <p:ext uri="{BB962C8B-B14F-4D97-AF65-F5344CB8AC3E}">
        <p14:creationId xmlns:p14="http://schemas.microsoft.com/office/powerpoint/2010/main" val="2377917951"/>
      </p:ext>
    </p:extLst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Wrappers in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86884" cy="4729558"/>
          </a:xfrm>
        </p:spPr>
        <p:txBody>
          <a:bodyPr>
            <a:normAutofit/>
          </a:bodyPr>
          <a:lstStyle/>
          <a:p>
            <a:r>
              <a:rPr lang="en-US" dirty="0"/>
              <a:t>Create a Wrapper in Component Library/</a:t>
            </a:r>
            <a:r>
              <a:rPr lang="en-US" dirty="0" err="1"/>
              <a:t>Nav</a:t>
            </a:r>
            <a:r>
              <a:rPr lang="en-US" dirty="0"/>
              <a:t> Wrapper Definitions</a:t>
            </a:r>
          </a:p>
          <a:p>
            <a:r>
              <a:rPr lang="en-US" dirty="0"/>
              <a:t>Use File &gt; New &gt; Wrapper and enter a name</a:t>
            </a:r>
          </a:p>
          <a:p>
            <a:r>
              <a:rPr lang="en-US" dirty="0"/>
              <a:t>Enter sections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Sections go in the Header or the Footer of the page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Each section has a layout – use “no rail” if you don’t need markup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Each section corresponds to a tab on the Site Configuration template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Sections can contain one or more components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Input-only components are useful here – see Advanced Components</a:t>
            </a:r>
          </a:p>
        </p:txBody>
      </p:sp>
    </p:spTree>
    <p:extLst>
      <p:ext uri="{BB962C8B-B14F-4D97-AF65-F5344CB8AC3E}">
        <p14:creationId xmlns:p14="http://schemas.microsoft.com/office/powerpoint/2010/main" val="2153062244"/>
      </p:ext>
    </p:extLst>
  </p:cSld>
  <p:clrMapOvr>
    <a:masterClrMapping/>
  </p:clrMapOvr>
  <p:transition spd="slow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Components in wrapper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F42FEB-959A-3B4F-B797-F62E93449B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590742" y="1474378"/>
            <a:ext cx="3081799" cy="472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741177"/>
      </p:ext>
    </p:extLst>
  </p:cSld>
  <p:clrMapOvr>
    <a:masterClrMapping/>
  </p:clrMapOvr>
  <p:transition spd="slow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Wrappers in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86884" cy="4729558"/>
          </a:xfrm>
        </p:spPr>
        <p:txBody>
          <a:bodyPr>
            <a:normAutofit/>
          </a:bodyPr>
          <a:lstStyle/>
          <a:p>
            <a:r>
              <a:rPr lang="en-US" dirty="0"/>
              <a:t>Note: you don’t have to use the </a:t>
            </a:r>
            <a:r>
              <a:rPr lang="en-US" dirty="0" err="1"/>
              <a:t>Nav</a:t>
            </a:r>
            <a:r>
              <a:rPr lang="en-US" dirty="0"/>
              <a:t> Wrapper Definition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You can still create a </a:t>
            </a:r>
            <a:r>
              <a:rPr lang="en-US" sz="2200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nav</a:t>
            </a: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-wrapper manually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This is useful if you have more advanced requirements</a:t>
            </a:r>
          </a:p>
          <a:p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If you want to create an ASP.NET master page, or a Java Tag page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Create a new template manually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Output placeholders or tag markup as required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Call back to a template created with </a:t>
            </a:r>
            <a:r>
              <a:rPr lang="en-US" sz="2200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Nav</a:t>
            </a: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Wrapper Definition for preview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Don’t forget to update your template if the original changes</a:t>
            </a:r>
          </a:p>
          <a:p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Strongly recommend this approach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Otherwise you have to republish every page if your navigation or </a:t>
            </a:r>
            <a:r>
              <a:rPr lang="en-US" sz="2200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config</a:t>
            </a: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changes</a:t>
            </a:r>
          </a:p>
        </p:txBody>
      </p:sp>
    </p:spTree>
    <p:extLst>
      <p:ext uri="{BB962C8B-B14F-4D97-AF65-F5344CB8AC3E}">
        <p14:creationId xmlns:p14="http://schemas.microsoft.com/office/powerpoint/2010/main" val="1856214214"/>
      </p:ext>
    </p:extLst>
  </p:cSld>
  <p:clrMapOvr>
    <a:masterClrMapping/>
  </p:clrMapOvr>
  <p:transition spd="slow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Templates in detail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9705740"/>
      </p:ext>
    </p:extLst>
  </p:cSld>
  <p:clrMapOvr>
    <a:masterClrMapping/>
  </p:clrMapOvr>
  <p:transition spd="slow"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702263"/>
            <a:ext cx="10586884" cy="4729558"/>
          </a:xfrm>
        </p:spPr>
        <p:txBody>
          <a:bodyPr>
            <a:normAutofit/>
          </a:bodyPr>
          <a:lstStyle/>
          <a:p>
            <a:r>
              <a:rPr lang="en-US" sz="2200" dirty="0"/>
              <a:t>The Template Definitions folder contains Templates</a:t>
            </a:r>
          </a:p>
          <a:p>
            <a:r>
              <a:rPr lang="en-US" sz="2200" dirty="0"/>
              <a:t>Templates…</a:t>
            </a:r>
          </a:p>
          <a:p>
            <a:pPr lvl="1"/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use Components and Layouts to create CMS templates</a:t>
            </a:r>
          </a:p>
          <a:p>
            <a:pPr lvl="1"/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take care of the input, validation and output experience for you</a:t>
            </a:r>
          </a:p>
          <a:p>
            <a:pPr lvl="1"/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use Wrappers to render the final output to the page</a:t>
            </a:r>
          </a:p>
          <a:p>
            <a:pPr lvl="1"/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get built into CMS templates when they are saved</a:t>
            </a:r>
          </a:p>
          <a:p>
            <a:pPr lvl="1"/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DO NOT make filename, </a:t>
            </a:r>
            <a:r>
              <a:rPr lang="en-GB" sz="2200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url</a:t>
            </a:r>
            <a:r>
              <a:rPr lang="en-GB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, search_g2_*, etc. templates for you</a:t>
            </a:r>
          </a:p>
          <a:p>
            <a:pPr lvl="2"/>
            <a:r>
              <a:rPr lang="en-GB" sz="18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You need to add these after you build each template</a:t>
            </a:r>
          </a:p>
          <a:p>
            <a:pPr lvl="1"/>
            <a:endParaRPr lang="en-US" sz="2200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4110355"/>
      </p:ext>
    </p:extLst>
  </p:cSld>
  <p:clrMapOvr>
    <a:masterClrMapping/>
  </p:clrMapOvr>
  <p:transition spd="slow"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Templates in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86884" cy="4729558"/>
          </a:xfrm>
        </p:spPr>
        <p:txBody>
          <a:bodyPr>
            <a:normAutofit/>
          </a:bodyPr>
          <a:lstStyle/>
          <a:p>
            <a:r>
              <a:rPr lang="en-US" dirty="0"/>
              <a:t>Create a Template in Component Library/Template Definitions</a:t>
            </a:r>
          </a:p>
          <a:p>
            <a:r>
              <a:rPr lang="en-US" dirty="0"/>
              <a:t>Use File &gt; New &gt; Template and enter a name</a:t>
            </a:r>
          </a:p>
          <a:p>
            <a:r>
              <a:rPr lang="en-US" dirty="0"/>
              <a:t>Enter sections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Each section has a layout – use “no rail” if you don’t need markup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Each section corresponds to a tab on the Input template</a:t>
            </a:r>
          </a:p>
          <a:p>
            <a:pPr lvl="2"/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In Customize you can also choose to continue on the previous tab</a:t>
            </a:r>
          </a:p>
          <a:p>
            <a:pPr lvl="2"/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Useful for controlling the input experience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Sections can contain one or more components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Choose which column to use for your component based on the layout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Enter a message to show above the component if the page is complex</a:t>
            </a:r>
          </a:p>
          <a:p>
            <a:pPr lvl="1"/>
            <a:endParaRPr lang="en-US" sz="2200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00330046"/>
      </p:ext>
    </p:extLst>
  </p:cSld>
  <p:clrMapOvr>
    <a:masterClrMapping/>
  </p:clrMapOvr>
  <p:transition spd="slow"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Templates in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86884" cy="4729558"/>
          </a:xfrm>
        </p:spPr>
        <p:txBody>
          <a:bodyPr>
            <a:normAutofit/>
          </a:bodyPr>
          <a:lstStyle/>
          <a:p>
            <a:r>
              <a:rPr lang="en-US" dirty="0"/>
              <a:t>On the Wrapper tab, choose the wrapper to be used for this template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If you manually create a </a:t>
            </a:r>
            <a:r>
              <a:rPr lang="en-US" sz="2200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nav</a:t>
            </a: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wrap, choose Custom Built Wrapper</a:t>
            </a:r>
          </a:p>
          <a:p>
            <a:r>
              <a:rPr lang="en-US" dirty="0"/>
              <a:t>On the Settings tab, make sure Create is checked</a:t>
            </a:r>
          </a:p>
          <a:p>
            <a:r>
              <a:rPr lang="en-US" dirty="0"/>
              <a:t>Provide a name for your new template</a:t>
            </a:r>
          </a:p>
          <a:p>
            <a:r>
              <a:rPr lang="en-US" dirty="0"/>
              <a:t>Select Component Project/Templates as the folder to use</a:t>
            </a:r>
          </a:p>
          <a:p>
            <a:r>
              <a:rPr lang="en-US" dirty="0"/>
              <a:t>Check “Enable Page Metadata” to get meta tags for SEO</a:t>
            </a:r>
          </a:p>
          <a:p>
            <a:pPr lvl="1"/>
            <a:endParaRPr lang="en-US" sz="2200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61162728"/>
      </p:ext>
    </p:extLst>
  </p:cSld>
  <p:clrMapOvr>
    <a:masterClrMapping/>
  </p:clrMapOvr>
  <p:transition spd="slow">
    <p:wip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Templates in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86884" cy="472955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Click Save to create your template</a:t>
            </a:r>
          </a:p>
          <a:p>
            <a:r>
              <a:rPr lang="en-US" dirty="0"/>
              <a:t>This creates a new template: input.aspx, post_input.aspx and output.aspx</a:t>
            </a:r>
          </a:p>
          <a:p>
            <a:r>
              <a:rPr lang="en-US" dirty="0"/>
              <a:t>Look, but don’t touch – changes will get overwritten without warning</a:t>
            </a:r>
          </a:p>
          <a:p>
            <a:r>
              <a:rPr lang="en-US" dirty="0"/>
              <a:t>You should add filename.aspx and url.aspx to your template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Copy from any other template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These ensure your asset has a consistent file name when published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Other template files may also be copied as required</a:t>
            </a:r>
            <a:endParaRPr lang="en-US" dirty="0"/>
          </a:p>
          <a:p>
            <a:r>
              <a:rPr lang="en-US" dirty="0"/>
              <a:t>Create a model using your new template and apply it to a folder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Models go in Component Project/Models</a:t>
            </a:r>
          </a:p>
          <a:p>
            <a:pPr lvl="1"/>
            <a:endParaRPr lang="en-US" sz="2200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19182008"/>
      </p:ext>
    </p:extLst>
  </p:cSld>
  <p:clrMapOvr>
    <a:masterClrMapping/>
  </p:clrMapOvr>
  <p:transition spd="slow">
    <p:wip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0847793"/>
      </p:ext>
    </p:extLst>
  </p:cSld>
  <p:clrMapOvr>
    <a:masterClrMapping/>
  </p:clrMapOvr>
  <p:transition spd="slow">
    <p:wip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Where is the Component Library?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425915"/>
      </p:ext>
    </p:extLst>
  </p:cSld>
  <p:clrMapOvr>
    <a:masterClrMapping/>
  </p:clrMapOvr>
  <p:transition spd="slow">
    <p:wip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Where is the Component Library?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86884" cy="4729558"/>
          </a:xfrm>
        </p:spPr>
        <p:txBody>
          <a:bodyPr>
            <a:normAutofit/>
          </a:bodyPr>
          <a:lstStyle/>
          <a:p>
            <a:r>
              <a:rPr lang="en-US" sz="2200" dirty="0"/>
              <a:t>Depends on your site and content strategy</a:t>
            </a:r>
          </a:p>
          <a:p>
            <a:r>
              <a:rPr lang="en-US" sz="2200" dirty="0"/>
              <a:t>Usually has one installation per site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Works well with Crownpeak’s “Sites and Projects”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Usually contained within the Component Project folder inside the Site Root</a:t>
            </a:r>
          </a:p>
          <a:p>
            <a:r>
              <a:rPr lang="en-US" sz="2200" dirty="0"/>
              <a:t>Only your developers need to have access to this folder</a:t>
            </a:r>
          </a:p>
          <a:p>
            <a:r>
              <a:rPr lang="en-US" sz="2200" dirty="0"/>
              <a:t>Content authors do not need to interact with the Component Library directly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They work with the templates that you create using it</a:t>
            </a:r>
          </a:p>
          <a:p>
            <a:pPr lvl="1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146305145"/>
      </p:ext>
    </p:extLst>
  </p:cSld>
  <p:clrMapOvr>
    <a:masterClrMapping/>
  </p:clrMapOvr>
  <p:transition spd="slow">
    <p:wip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Where is the Component Library?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474378"/>
            <a:ext cx="10586884" cy="494586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86884" cy="4729558"/>
          </a:xfrm>
        </p:spPr>
        <p:txBody>
          <a:bodyPr>
            <a:normAutofit/>
          </a:bodyPr>
          <a:lstStyle/>
          <a:p>
            <a:r>
              <a:rPr lang="en-US" sz="2200" dirty="0"/>
              <a:t>Version 2.1 is now available, and will be used for all of your sites</a:t>
            </a:r>
          </a:p>
          <a:p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Version 2 uses code held in our Services Library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Faster to set up and configure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Supports Project Branching so updates to components can be managed</a:t>
            </a:r>
          </a:p>
          <a:p>
            <a:pPr lvl="1"/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Supports Drag and Drop page design</a:t>
            </a:r>
          </a:p>
          <a:p>
            <a:pPr lvl="2"/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Scheduled for general availability in Q3</a:t>
            </a:r>
          </a:p>
        </p:txBody>
      </p:sp>
    </p:spTree>
    <p:extLst>
      <p:ext uri="{BB962C8B-B14F-4D97-AF65-F5344CB8AC3E}">
        <p14:creationId xmlns:p14="http://schemas.microsoft.com/office/powerpoint/2010/main" val="19663759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Crownpeak Brand">
      <a:dk1>
        <a:srgbClr val="003A5A"/>
      </a:dk1>
      <a:lt1>
        <a:sysClr val="window" lastClr="FFFFFF"/>
      </a:lt1>
      <a:dk2>
        <a:srgbClr val="003A5A"/>
      </a:dk2>
      <a:lt2>
        <a:srgbClr val="FFFFFF"/>
      </a:lt2>
      <a:accent1>
        <a:srgbClr val="003A5A"/>
      </a:accent1>
      <a:accent2>
        <a:srgbClr val="B61F7E"/>
      </a:accent2>
      <a:accent3>
        <a:srgbClr val="D9036A"/>
      </a:accent3>
      <a:accent4>
        <a:srgbClr val="E63512"/>
      </a:accent4>
      <a:accent5>
        <a:srgbClr val="1D79A4"/>
      </a:accent5>
      <a:accent6>
        <a:srgbClr val="5B335C"/>
      </a:accent6>
      <a:hlink>
        <a:srgbClr val="1D79A4"/>
      </a:hlink>
      <a:folHlink>
        <a:srgbClr val="1D79A4"/>
      </a:folHlink>
    </a:clrScheme>
    <a:fontScheme name="Crownpeak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ebad545-6f24-4a50-86d9-37ac9f441162">
      <Terms xmlns="http://schemas.microsoft.com/office/infopath/2007/PartnerControls"/>
    </lcf76f155ced4ddcb4097134ff3c332f>
    <TaxCatchAll xmlns="e689240d-251c-4017-adba-547be9a28cf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DBB18FA72F8D41BE3AADDE8766CF8E" ma:contentTypeVersion="14" ma:contentTypeDescription="Create a new document." ma:contentTypeScope="" ma:versionID="aac1d5b023d3e9d060c6b7ce096ea336">
  <xsd:schema xmlns:xsd="http://www.w3.org/2001/XMLSchema" xmlns:xs="http://www.w3.org/2001/XMLSchema" xmlns:p="http://schemas.microsoft.com/office/2006/metadata/properties" xmlns:ns2="e689240d-251c-4017-adba-547be9a28cf3" xmlns:ns3="7ebad545-6f24-4a50-86d9-37ac9f441162" targetNamespace="http://schemas.microsoft.com/office/2006/metadata/properties" ma:root="true" ma:fieldsID="db0a1b696c6c9a88a3fc64a84bd11f01" ns2:_="" ns3:_="">
    <xsd:import namespace="e689240d-251c-4017-adba-547be9a28cf3"/>
    <xsd:import namespace="7ebad545-6f24-4a50-86d9-37ac9f44116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89240d-251c-4017-adba-547be9a28cf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90f61ad7-14d7-4a18-9ecb-ecf5fa16bdf2}" ma:internalName="TaxCatchAll" ma:showField="CatchAllData" ma:web="e689240d-251c-4017-adba-547be9a28c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bad545-6f24-4a50-86d9-37ac9f4411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54fef160-e776-43c2-8f95-bf70117a71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57E112A-C876-46A5-91A0-2AAD3A59F7E4}">
  <ds:schemaRefs>
    <ds:schemaRef ds:uri="http://schemas.microsoft.com/office/2006/metadata/properties"/>
    <ds:schemaRef ds:uri="http://purl.org/dc/terms/"/>
    <ds:schemaRef ds:uri="631082eb-fd3e-4e0d-a348-9c93b2e913b5"/>
    <ds:schemaRef ds:uri="http://schemas.microsoft.com/office/infopath/2007/PartnerControls"/>
    <ds:schemaRef ds:uri="c81fd3e1-4b46-4bb7-aee6-da9f3dad3097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B25C2834-1F4E-41EA-908A-355E71DF42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E64C9B-FB0D-4C9C-8075-9FE4C0E072E6}"/>
</file>

<file path=docProps/app.xml><?xml version="1.0" encoding="utf-8"?>
<Properties xmlns="http://schemas.openxmlformats.org/officeDocument/2006/extended-properties" xmlns:vt="http://schemas.openxmlformats.org/officeDocument/2006/docPropsVTypes">
  <TotalTime>14707</TotalTime>
  <Words>2060</Words>
  <Application>Microsoft Macintosh PowerPoint</Application>
  <PresentationFormat>Widescreen</PresentationFormat>
  <Paragraphs>342</Paragraphs>
  <Slides>46</Slides>
  <Notes>39</Notes>
  <HiddenSlides>2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46</vt:i4>
      </vt:variant>
    </vt:vector>
  </HeadingPairs>
  <TitlesOfParts>
    <vt:vector size="57" baseType="lpstr">
      <vt:lpstr>Arial</vt:lpstr>
      <vt:lpstr>Calibri</vt:lpstr>
      <vt:lpstr>Calibri Light</vt:lpstr>
      <vt:lpstr>Consolas</vt:lpstr>
      <vt:lpstr>Courier New</vt:lpstr>
      <vt:lpstr>Helvetica Neue</vt:lpstr>
      <vt:lpstr>Neris Black</vt:lpstr>
      <vt:lpstr>Neris Light</vt:lpstr>
      <vt:lpstr>Seravek Light</vt:lpstr>
      <vt:lpstr>Office Theme</vt:lpstr>
      <vt:lpstr>1_Office Theme</vt:lpstr>
      <vt:lpstr>Developer Training</vt:lpstr>
      <vt:lpstr>Agenda</vt:lpstr>
      <vt:lpstr>Introduction</vt:lpstr>
      <vt:lpstr>Introduction</vt:lpstr>
      <vt:lpstr>Key Objectives</vt:lpstr>
      <vt:lpstr>Components vs Widgets</vt:lpstr>
      <vt:lpstr>What is included in the Component Library?</vt:lpstr>
      <vt:lpstr>What is included in the Component Library?</vt:lpstr>
      <vt:lpstr>What is included in the Component Library?</vt:lpstr>
      <vt:lpstr>What is included in the Component Library?</vt:lpstr>
      <vt:lpstr>What is included in the Component Library?</vt:lpstr>
      <vt:lpstr>Components in detail</vt:lpstr>
      <vt:lpstr>Overview</vt:lpstr>
      <vt:lpstr>Component Naming</vt:lpstr>
      <vt:lpstr>Component Naming</vt:lpstr>
      <vt:lpstr>Component Naming Summary</vt:lpstr>
      <vt:lpstr>Creating a component definition</vt:lpstr>
      <vt:lpstr>Component markup</vt:lpstr>
      <vt:lpstr>Placeholders</vt:lpstr>
      <vt:lpstr>Field Naming</vt:lpstr>
      <vt:lpstr>Field Naming</vt:lpstr>
      <vt:lpstr>Components in detail</vt:lpstr>
      <vt:lpstr>Components in detail</vt:lpstr>
      <vt:lpstr>Components in detail</vt:lpstr>
      <vt:lpstr>Components in detail</vt:lpstr>
      <vt:lpstr>Components in detail</vt:lpstr>
      <vt:lpstr>Layouts in detail</vt:lpstr>
      <vt:lpstr>Overview</vt:lpstr>
      <vt:lpstr>Layouts in detail</vt:lpstr>
      <vt:lpstr>What is included in the Component Library?</vt:lpstr>
      <vt:lpstr>Layouts in detail</vt:lpstr>
      <vt:lpstr>Wrappers in detail</vt:lpstr>
      <vt:lpstr>Overview</vt:lpstr>
      <vt:lpstr>Wrappers in detail</vt:lpstr>
      <vt:lpstr>Wrappers in detail</vt:lpstr>
      <vt:lpstr>Components in wrapper</vt:lpstr>
      <vt:lpstr>Wrappers in detail</vt:lpstr>
      <vt:lpstr>Templates in detail</vt:lpstr>
      <vt:lpstr>Overview</vt:lpstr>
      <vt:lpstr>Templates in detail</vt:lpstr>
      <vt:lpstr>Templates in detail</vt:lpstr>
      <vt:lpstr>Templates in detail</vt:lpstr>
      <vt:lpstr>PowerPoint Presentation</vt:lpstr>
      <vt:lpstr>Where is the Component Library?</vt:lpstr>
      <vt:lpstr>Where is the Component Library?</vt:lpstr>
      <vt:lpstr>Where is the Component Library?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melissa kendall</dc:creator>
  <cp:lastModifiedBy>Marcus Edwards</cp:lastModifiedBy>
  <cp:revision>414</cp:revision>
  <cp:lastPrinted>2017-02-13T16:30:41Z</cp:lastPrinted>
  <dcterms:created xsi:type="dcterms:W3CDTF">2016-06-20T21:16:35Z</dcterms:created>
  <dcterms:modified xsi:type="dcterms:W3CDTF">2019-05-02T09:16:09Z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0x01010080DBB18FA72F8D41BE3AADDE8766CF8E</vt:lpwstr>
  </property>
</Properties>
</file>