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22"/>
  </p:notesMasterIdLst>
  <p:handoutMasterIdLst>
    <p:handoutMasterId r:id="rId23"/>
  </p:handoutMasterIdLst>
  <p:sldIdLst>
    <p:sldId id="256" r:id="rId5"/>
    <p:sldId id="331" r:id="rId6"/>
    <p:sldId id="341" r:id="rId7"/>
    <p:sldId id="337" r:id="rId8"/>
    <p:sldId id="332" r:id="rId9"/>
    <p:sldId id="336" r:id="rId10"/>
    <p:sldId id="333" r:id="rId11"/>
    <p:sldId id="334" r:id="rId12"/>
    <p:sldId id="335" r:id="rId13"/>
    <p:sldId id="338" r:id="rId14"/>
    <p:sldId id="339" r:id="rId15"/>
    <p:sldId id="340" r:id="rId16"/>
    <p:sldId id="342" r:id="rId17"/>
    <p:sldId id="343" r:id="rId18"/>
    <p:sldId id="344" r:id="rId19"/>
    <p:sldId id="345" r:id="rId20"/>
    <p:sldId id="328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A3A1"/>
    <a:srgbClr val="BC217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7" autoAdjust="0"/>
    <p:restoredTop sz="81639" autoAdjust="0"/>
  </p:normalViewPr>
  <p:slideViewPr>
    <p:cSldViewPr snapToGrid="0" snapToObjects="1">
      <p:cViewPr varScale="1">
        <p:scale>
          <a:sx n="174" d="100"/>
          <a:sy n="174" d="100"/>
        </p:scale>
        <p:origin x="1712" y="176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1" d="100"/>
          <a:sy n="101" d="100"/>
        </p:scale>
        <p:origin x="3552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81E0D9-2829-DB45-8F53-EEF61DCD4BE3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139CB29-CBE0-514D-A01C-F10C8A48AF72}">
      <dgm:prSet phldrT="[Text]"/>
      <dgm:spPr/>
      <dgm:t>
        <a:bodyPr/>
        <a:lstStyle/>
        <a:p>
          <a:r>
            <a:rPr lang="en-GB" dirty="0"/>
            <a:t>English (US)</a:t>
          </a:r>
        </a:p>
      </dgm:t>
    </dgm:pt>
    <dgm:pt modelId="{235E3A1A-ECBA-A14A-9F9E-D2DA3746A28D}" type="parTrans" cxnId="{9248CBB6-3CD3-F04D-8648-2E47CBE41D4F}">
      <dgm:prSet/>
      <dgm:spPr/>
      <dgm:t>
        <a:bodyPr/>
        <a:lstStyle/>
        <a:p>
          <a:endParaRPr lang="en-GB"/>
        </a:p>
      </dgm:t>
    </dgm:pt>
    <dgm:pt modelId="{4D54B476-F3A7-A645-9421-80E3019FC716}" type="sibTrans" cxnId="{9248CBB6-3CD3-F04D-8648-2E47CBE41D4F}">
      <dgm:prSet/>
      <dgm:spPr/>
      <dgm:t>
        <a:bodyPr/>
        <a:lstStyle/>
        <a:p>
          <a:endParaRPr lang="en-GB"/>
        </a:p>
      </dgm:t>
    </dgm:pt>
    <dgm:pt modelId="{E7593609-4AEE-284D-ABA5-4252265E870D}">
      <dgm:prSet phldrT="[Text]"/>
      <dgm:spPr/>
      <dgm:t>
        <a:bodyPr/>
        <a:lstStyle/>
        <a:p>
          <a:r>
            <a:rPr lang="en-GB" dirty="0"/>
            <a:t>English (CA)</a:t>
          </a:r>
        </a:p>
      </dgm:t>
    </dgm:pt>
    <dgm:pt modelId="{1CEBEAA3-DF87-204B-875C-53DF749B7045}" type="parTrans" cxnId="{88A0A5BB-0AB7-1C41-A2B0-C70C49FF27F6}">
      <dgm:prSet/>
      <dgm:spPr/>
      <dgm:t>
        <a:bodyPr/>
        <a:lstStyle/>
        <a:p>
          <a:endParaRPr lang="en-GB"/>
        </a:p>
      </dgm:t>
    </dgm:pt>
    <dgm:pt modelId="{DD908E02-02F8-E74A-A9FA-63146213C6D3}" type="sibTrans" cxnId="{88A0A5BB-0AB7-1C41-A2B0-C70C49FF27F6}">
      <dgm:prSet/>
      <dgm:spPr/>
      <dgm:t>
        <a:bodyPr/>
        <a:lstStyle/>
        <a:p>
          <a:endParaRPr lang="en-GB"/>
        </a:p>
      </dgm:t>
    </dgm:pt>
    <dgm:pt modelId="{6FFAF218-7BF5-6541-987B-3DBE0BE4D244}">
      <dgm:prSet phldrT="[Text]"/>
      <dgm:spPr/>
      <dgm:t>
        <a:bodyPr/>
        <a:lstStyle/>
        <a:p>
          <a:r>
            <a:rPr lang="en-GB" dirty="0"/>
            <a:t>Spanish (MX)</a:t>
          </a:r>
        </a:p>
      </dgm:t>
    </dgm:pt>
    <dgm:pt modelId="{4FCBF8CD-3293-B34E-9026-514AB7319194}" type="parTrans" cxnId="{ACCEB410-7F37-7146-A640-356479933A15}">
      <dgm:prSet/>
      <dgm:spPr/>
      <dgm:t>
        <a:bodyPr/>
        <a:lstStyle/>
        <a:p>
          <a:endParaRPr lang="en-GB"/>
        </a:p>
      </dgm:t>
    </dgm:pt>
    <dgm:pt modelId="{F9A575F6-A83B-D84F-8CE7-3895684F5482}" type="sibTrans" cxnId="{ACCEB410-7F37-7146-A640-356479933A15}">
      <dgm:prSet/>
      <dgm:spPr/>
      <dgm:t>
        <a:bodyPr/>
        <a:lstStyle/>
        <a:p>
          <a:endParaRPr lang="en-GB"/>
        </a:p>
      </dgm:t>
    </dgm:pt>
    <dgm:pt modelId="{38493090-0618-E348-98DB-FECDEDEDCF4A}">
      <dgm:prSet phldrT="[Text]"/>
      <dgm:spPr/>
      <dgm:t>
        <a:bodyPr/>
        <a:lstStyle/>
        <a:p>
          <a:r>
            <a:rPr lang="en-GB" dirty="0"/>
            <a:t>French (CA)</a:t>
          </a:r>
        </a:p>
      </dgm:t>
    </dgm:pt>
    <dgm:pt modelId="{4D3A3997-952B-3042-9298-1E4C04361D5D}" type="parTrans" cxnId="{030838CF-2C4D-9A4B-9143-85033EEF1913}">
      <dgm:prSet/>
      <dgm:spPr/>
      <dgm:t>
        <a:bodyPr/>
        <a:lstStyle/>
        <a:p>
          <a:endParaRPr lang="en-GB"/>
        </a:p>
      </dgm:t>
    </dgm:pt>
    <dgm:pt modelId="{70B952AE-D733-4E47-AE2A-FC9A7462A06E}" type="sibTrans" cxnId="{030838CF-2C4D-9A4B-9143-85033EEF1913}">
      <dgm:prSet/>
      <dgm:spPr/>
      <dgm:t>
        <a:bodyPr/>
        <a:lstStyle/>
        <a:p>
          <a:endParaRPr lang="en-GB"/>
        </a:p>
      </dgm:t>
    </dgm:pt>
    <dgm:pt modelId="{D064A6F1-65D4-8144-975D-093FA177B6DD}" type="pres">
      <dgm:prSet presAssocID="{9481E0D9-2829-DB45-8F53-EEF61DCD4BE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BB68991-E78E-3F45-8CF0-02FEF154899A}" type="pres">
      <dgm:prSet presAssocID="{9481E0D9-2829-DB45-8F53-EEF61DCD4BE3}" presName="hierFlow" presStyleCnt="0"/>
      <dgm:spPr/>
    </dgm:pt>
    <dgm:pt modelId="{7469D3CE-B7A8-A94A-A2FF-2618683403CF}" type="pres">
      <dgm:prSet presAssocID="{9481E0D9-2829-DB45-8F53-EEF61DCD4BE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8F653CD-14C9-8E4D-BC00-8ACD883A6F06}" type="pres">
      <dgm:prSet presAssocID="{8139CB29-CBE0-514D-A01C-F10C8A48AF72}" presName="Name14" presStyleCnt="0"/>
      <dgm:spPr/>
    </dgm:pt>
    <dgm:pt modelId="{4D620F54-D89E-9C40-A686-062CA41EBEBF}" type="pres">
      <dgm:prSet presAssocID="{8139CB29-CBE0-514D-A01C-F10C8A48AF72}" presName="level1Shape" presStyleLbl="node0" presStyleIdx="0" presStyleCnt="1">
        <dgm:presLayoutVars>
          <dgm:chPref val="3"/>
        </dgm:presLayoutVars>
      </dgm:prSet>
      <dgm:spPr/>
    </dgm:pt>
    <dgm:pt modelId="{338DAB53-754E-BD4A-9229-C9D533B00989}" type="pres">
      <dgm:prSet presAssocID="{8139CB29-CBE0-514D-A01C-F10C8A48AF72}" presName="hierChild2" presStyleCnt="0"/>
      <dgm:spPr/>
    </dgm:pt>
    <dgm:pt modelId="{A964F633-C819-634D-BE93-1232ED3AB01E}" type="pres">
      <dgm:prSet presAssocID="{1CEBEAA3-DF87-204B-875C-53DF749B7045}" presName="Name19" presStyleLbl="parChTrans1D2" presStyleIdx="0" presStyleCnt="2"/>
      <dgm:spPr/>
    </dgm:pt>
    <dgm:pt modelId="{48D6F8F5-BF23-BC46-8DA8-BE246FE51EF8}" type="pres">
      <dgm:prSet presAssocID="{E7593609-4AEE-284D-ABA5-4252265E870D}" presName="Name21" presStyleCnt="0"/>
      <dgm:spPr/>
    </dgm:pt>
    <dgm:pt modelId="{82903AB8-C864-7341-922A-C74B17625E16}" type="pres">
      <dgm:prSet presAssocID="{E7593609-4AEE-284D-ABA5-4252265E870D}" presName="level2Shape" presStyleLbl="node2" presStyleIdx="0" presStyleCnt="2"/>
      <dgm:spPr/>
    </dgm:pt>
    <dgm:pt modelId="{D84DEB83-DD0F-3247-89F2-3727C930EAD3}" type="pres">
      <dgm:prSet presAssocID="{E7593609-4AEE-284D-ABA5-4252265E870D}" presName="hierChild3" presStyleCnt="0"/>
      <dgm:spPr/>
    </dgm:pt>
    <dgm:pt modelId="{5B8E5183-581A-8E4B-8C69-1565861D21CF}" type="pres">
      <dgm:prSet presAssocID="{4D3A3997-952B-3042-9298-1E4C04361D5D}" presName="Name19" presStyleLbl="parChTrans1D3" presStyleIdx="0" presStyleCnt="1"/>
      <dgm:spPr/>
    </dgm:pt>
    <dgm:pt modelId="{97644E45-FCB6-AA44-8271-6CF0245AAEBF}" type="pres">
      <dgm:prSet presAssocID="{38493090-0618-E348-98DB-FECDEDEDCF4A}" presName="Name21" presStyleCnt="0"/>
      <dgm:spPr/>
    </dgm:pt>
    <dgm:pt modelId="{ACD964FA-10BA-EB47-B978-B0B70BCF4F85}" type="pres">
      <dgm:prSet presAssocID="{38493090-0618-E348-98DB-FECDEDEDCF4A}" presName="level2Shape" presStyleLbl="node3" presStyleIdx="0" presStyleCnt="1"/>
      <dgm:spPr/>
    </dgm:pt>
    <dgm:pt modelId="{5CC873F8-5FA1-9546-9792-563800F246E3}" type="pres">
      <dgm:prSet presAssocID="{38493090-0618-E348-98DB-FECDEDEDCF4A}" presName="hierChild3" presStyleCnt="0"/>
      <dgm:spPr/>
    </dgm:pt>
    <dgm:pt modelId="{7DC1D24F-0990-4243-93BF-6804A5DBA181}" type="pres">
      <dgm:prSet presAssocID="{4FCBF8CD-3293-B34E-9026-514AB7319194}" presName="Name19" presStyleLbl="parChTrans1D2" presStyleIdx="1" presStyleCnt="2"/>
      <dgm:spPr/>
    </dgm:pt>
    <dgm:pt modelId="{0B1A1B92-B007-3947-9817-3EAD8C95F3C0}" type="pres">
      <dgm:prSet presAssocID="{6FFAF218-7BF5-6541-987B-3DBE0BE4D244}" presName="Name21" presStyleCnt="0"/>
      <dgm:spPr/>
    </dgm:pt>
    <dgm:pt modelId="{22548087-A487-3847-9376-02DAE4266989}" type="pres">
      <dgm:prSet presAssocID="{6FFAF218-7BF5-6541-987B-3DBE0BE4D244}" presName="level2Shape" presStyleLbl="node2" presStyleIdx="1" presStyleCnt="2"/>
      <dgm:spPr/>
    </dgm:pt>
    <dgm:pt modelId="{4ACDAA22-8865-3044-8853-CC6EAFD15999}" type="pres">
      <dgm:prSet presAssocID="{6FFAF218-7BF5-6541-987B-3DBE0BE4D244}" presName="hierChild3" presStyleCnt="0"/>
      <dgm:spPr/>
    </dgm:pt>
    <dgm:pt modelId="{60F322F2-6B06-5F43-906E-51EBD0D6DEDC}" type="pres">
      <dgm:prSet presAssocID="{9481E0D9-2829-DB45-8F53-EEF61DCD4BE3}" presName="bgShapesFlow" presStyleCnt="0"/>
      <dgm:spPr/>
    </dgm:pt>
  </dgm:ptLst>
  <dgm:cxnLst>
    <dgm:cxn modelId="{F632320A-CBF9-6E41-9E9E-DC85071FB0B0}" type="presOf" srcId="{4D3A3997-952B-3042-9298-1E4C04361D5D}" destId="{5B8E5183-581A-8E4B-8C69-1565861D21CF}" srcOrd="0" destOrd="0" presId="urn:microsoft.com/office/officeart/2005/8/layout/hierarchy6"/>
    <dgm:cxn modelId="{ACCEB410-7F37-7146-A640-356479933A15}" srcId="{8139CB29-CBE0-514D-A01C-F10C8A48AF72}" destId="{6FFAF218-7BF5-6541-987B-3DBE0BE4D244}" srcOrd="1" destOrd="0" parTransId="{4FCBF8CD-3293-B34E-9026-514AB7319194}" sibTransId="{F9A575F6-A83B-D84F-8CE7-3895684F5482}"/>
    <dgm:cxn modelId="{67A9993B-291C-DB41-A09F-E59A37CCA9A1}" type="presOf" srcId="{9481E0D9-2829-DB45-8F53-EEF61DCD4BE3}" destId="{D064A6F1-65D4-8144-975D-093FA177B6DD}" srcOrd="0" destOrd="0" presId="urn:microsoft.com/office/officeart/2005/8/layout/hierarchy6"/>
    <dgm:cxn modelId="{20DDCF7F-CC56-9144-B2A6-21D19E0990DE}" type="presOf" srcId="{38493090-0618-E348-98DB-FECDEDEDCF4A}" destId="{ACD964FA-10BA-EB47-B978-B0B70BCF4F85}" srcOrd="0" destOrd="0" presId="urn:microsoft.com/office/officeart/2005/8/layout/hierarchy6"/>
    <dgm:cxn modelId="{9248CBB6-3CD3-F04D-8648-2E47CBE41D4F}" srcId="{9481E0D9-2829-DB45-8F53-EEF61DCD4BE3}" destId="{8139CB29-CBE0-514D-A01C-F10C8A48AF72}" srcOrd="0" destOrd="0" parTransId="{235E3A1A-ECBA-A14A-9F9E-D2DA3746A28D}" sibTransId="{4D54B476-F3A7-A645-9421-80E3019FC716}"/>
    <dgm:cxn modelId="{BEFAB7B9-EEAC-6E4B-8A0D-FB6A3D7A46DB}" type="presOf" srcId="{6FFAF218-7BF5-6541-987B-3DBE0BE4D244}" destId="{22548087-A487-3847-9376-02DAE4266989}" srcOrd="0" destOrd="0" presId="urn:microsoft.com/office/officeart/2005/8/layout/hierarchy6"/>
    <dgm:cxn modelId="{88A0A5BB-0AB7-1C41-A2B0-C70C49FF27F6}" srcId="{8139CB29-CBE0-514D-A01C-F10C8A48AF72}" destId="{E7593609-4AEE-284D-ABA5-4252265E870D}" srcOrd="0" destOrd="0" parTransId="{1CEBEAA3-DF87-204B-875C-53DF749B7045}" sibTransId="{DD908E02-02F8-E74A-A9FA-63146213C6D3}"/>
    <dgm:cxn modelId="{030838CF-2C4D-9A4B-9143-85033EEF1913}" srcId="{E7593609-4AEE-284D-ABA5-4252265E870D}" destId="{38493090-0618-E348-98DB-FECDEDEDCF4A}" srcOrd="0" destOrd="0" parTransId="{4D3A3997-952B-3042-9298-1E4C04361D5D}" sibTransId="{70B952AE-D733-4E47-AE2A-FC9A7462A06E}"/>
    <dgm:cxn modelId="{E06513E7-3BE7-334C-8297-A62A11E4FB1B}" type="presOf" srcId="{E7593609-4AEE-284D-ABA5-4252265E870D}" destId="{82903AB8-C864-7341-922A-C74B17625E16}" srcOrd="0" destOrd="0" presId="urn:microsoft.com/office/officeart/2005/8/layout/hierarchy6"/>
    <dgm:cxn modelId="{4DF1A8EC-9D8D-EA42-8E23-763381CB95B1}" type="presOf" srcId="{8139CB29-CBE0-514D-A01C-F10C8A48AF72}" destId="{4D620F54-D89E-9C40-A686-062CA41EBEBF}" srcOrd="0" destOrd="0" presId="urn:microsoft.com/office/officeart/2005/8/layout/hierarchy6"/>
    <dgm:cxn modelId="{919D1FF7-F903-A244-AA62-2D204DABD917}" type="presOf" srcId="{1CEBEAA3-DF87-204B-875C-53DF749B7045}" destId="{A964F633-C819-634D-BE93-1232ED3AB01E}" srcOrd="0" destOrd="0" presId="urn:microsoft.com/office/officeart/2005/8/layout/hierarchy6"/>
    <dgm:cxn modelId="{91D703FC-4E56-A248-B09B-F1DFC4BF2009}" type="presOf" srcId="{4FCBF8CD-3293-B34E-9026-514AB7319194}" destId="{7DC1D24F-0990-4243-93BF-6804A5DBA181}" srcOrd="0" destOrd="0" presId="urn:microsoft.com/office/officeart/2005/8/layout/hierarchy6"/>
    <dgm:cxn modelId="{5DE73995-B6DA-434A-8750-8554C398F729}" type="presParOf" srcId="{D064A6F1-65D4-8144-975D-093FA177B6DD}" destId="{4BB68991-E78E-3F45-8CF0-02FEF154899A}" srcOrd="0" destOrd="0" presId="urn:microsoft.com/office/officeart/2005/8/layout/hierarchy6"/>
    <dgm:cxn modelId="{C7C9FA7D-91A1-234B-B9AD-A7A7C8C8DC5F}" type="presParOf" srcId="{4BB68991-E78E-3F45-8CF0-02FEF154899A}" destId="{7469D3CE-B7A8-A94A-A2FF-2618683403CF}" srcOrd="0" destOrd="0" presId="urn:microsoft.com/office/officeart/2005/8/layout/hierarchy6"/>
    <dgm:cxn modelId="{7A834CA3-66C5-A946-96B3-5BFEFC24D18F}" type="presParOf" srcId="{7469D3CE-B7A8-A94A-A2FF-2618683403CF}" destId="{48F653CD-14C9-8E4D-BC00-8ACD883A6F06}" srcOrd="0" destOrd="0" presId="urn:microsoft.com/office/officeart/2005/8/layout/hierarchy6"/>
    <dgm:cxn modelId="{AA29D326-B4AA-3440-9083-D926560E3B0B}" type="presParOf" srcId="{48F653CD-14C9-8E4D-BC00-8ACD883A6F06}" destId="{4D620F54-D89E-9C40-A686-062CA41EBEBF}" srcOrd="0" destOrd="0" presId="urn:microsoft.com/office/officeart/2005/8/layout/hierarchy6"/>
    <dgm:cxn modelId="{5B3364CA-CD88-C743-AC21-5F1E30AD454F}" type="presParOf" srcId="{48F653CD-14C9-8E4D-BC00-8ACD883A6F06}" destId="{338DAB53-754E-BD4A-9229-C9D533B00989}" srcOrd="1" destOrd="0" presId="urn:microsoft.com/office/officeart/2005/8/layout/hierarchy6"/>
    <dgm:cxn modelId="{8A8B9BCB-22E4-6641-87DF-B59223206E79}" type="presParOf" srcId="{338DAB53-754E-BD4A-9229-C9D533B00989}" destId="{A964F633-C819-634D-BE93-1232ED3AB01E}" srcOrd="0" destOrd="0" presId="urn:microsoft.com/office/officeart/2005/8/layout/hierarchy6"/>
    <dgm:cxn modelId="{DDC50FE8-224F-5149-ACC3-CC78AA28756C}" type="presParOf" srcId="{338DAB53-754E-BD4A-9229-C9D533B00989}" destId="{48D6F8F5-BF23-BC46-8DA8-BE246FE51EF8}" srcOrd="1" destOrd="0" presId="urn:microsoft.com/office/officeart/2005/8/layout/hierarchy6"/>
    <dgm:cxn modelId="{310FF3AB-AC44-9A4F-BAE4-6D93CD704550}" type="presParOf" srcId="{48D6F8F5-BF23-BC46-8DA8-BE246FE51EF8}" destId="{82903AB8-C864-7341-922A-C74B17625E16}" srcOrd="0" destOrd="0" presId="urn:microsoft.com/office/officeart/2005/8/layout/hierarchy6"/>
    <dgm:cxn modelId="{44CE7669-9FC8-B949-BFE1-12352D5E3C61}" type="presParOf" srcId="{48D6F8F5-BF23-BC46-8DA8-BE246FE51EF8}" destId="{D84DEB83-DD0F-3247-89F2-3727C930EAD3}" srcOrd="1" destOrd="0" presId="urn:microsoft.com/office/officeart/2005/8/layout/hierarchy6"/>
    <dgm:cxn modelId="{EEB02EA7-7097-1147-A145-3606633FDED7}" type="presParOf" srcId="{D84DEB83-DD0F-3247-89F2-3727C930EAD3}" destId="{5B8E5183-581A-8E4B-8C69-1565861D21CF}" srcOrd="0" destOrd="0" presId="urn:microsoft.com/office/officeart/2005/8/layout/hierarchy6"/>
    <dgm:cxn modelId="{D9FB056F-E60D-AF4D-AF64-BAE983624CB5}" type="presParOf" srcId="{D84DEB83-DD0F-3247-89F2-3727C930EAD3}" destId="{97644E45-FCB6-AA44-8271-6CF0245AAEBF}" srcOrd="1" destOrd="0" presId="urn:microsoft.com/office/officeart/2005/8/layout/hierarchy6"/>
    <dgm:cxn modelId="{7B2E6D3D-A16D-B144-8D8E-BCF17401096D}" type="presParOf" srcId="{97644E45-FCB6-AA44-8271-6CF0245AAEBF}" destId="{ACD964FA-10BA-EB47-B978-B0B70BCF4F85}" srcOrd="0" destOrd="0" presId="urn:microsoft.com/office/officeart/2005/8/layout/hierarchy6"/>
    <dgm:cxn modelId="{27318612-2C27-7644-91AF-29E17C1660F7}" type="presParOf" srcId="{97644E45-FCB6-AA44-8271-6CF0245AAEBF}" destId="{5CC873F8-5FA1-9546-9792-563800F246E3}" srcOrd="1" destOrd="0" presId="urn:microsoft.com/office/officeart/2005/8/layout/hierarchy6"/>
    <dgm:cxn modelId="{F67DD51C-DEE3-AC44-AE4E-64AAD088B3A8}" type="presParOf" srcId="{338DAB53-754E-BD4A-9229-C9D533B00989}" destId="{7DC1D24F-0990-4243-93BF-6804A5DBA181}" srcOrd="2" destOrd="0" presId="urn:microsoft.com/office/officeart/2005/8/layout/hierarchy6"/>
    <dgm:cxn modelId="{2CD5468C-731F-A844-850E-BCE039313D45}" type="presParOf" srcId="{338DAB53-754E-BD4A-9229-C9D533B00989}" destId="{0B1A1B92-B007-3947-9817-3EAD8C95F3C0}" srcOrd="3" destOrd="0" presId="urn:microsoft.com/office/officeart/2005/8/layout/hierarchy6"/>
    <dgm:cxn modelId="{9EF6BDAF-32F0-604E-B66C-D13261839D61}" type="presParOf" srcId="{0B1A1B92-B007-3947-9817-3EAD8C95F3C0}" destId="{22548087-A487-3847-9376-02DAE4266989}" srcOrd="0" destOrd="0" presId="urn:microsoft.com/office/officeart/2005/8/layout/hierarchy6"/>
    <dgm:cxn modelId="{B6BBFC83-AE8C-5242-9F4F-F8782B88C454}" type="presParOf" srcId="{0B1A1B92-B007-3947-9817-3EAD8C95F3C0}" destId="{4ACDAA22-8865-3044-8853-CC6EAFD15999}" srcOrd="1" destOrd="0" presId="urn:microsoft.com/office/officeart/2005/8/layout/hierarchy6"/>
    <dgm:cxn modelId="{9B8A4A59-9F02-7C40-BCC0-202A89C06133}" type="presParOf" srcId="{D064A6F1-65D4-8144-975D-093FA177B6DD}" destId="{60F322F2-6B06-5F43-906E-51EBD0D6DEDC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620F54-D89E-9C40-A686-062CA41EBEBF}">
      <dsp:nvSpPr>
        <dsp:cNvPr id="0" name=""/>
        <dsp:cNvSpPr/>
      </dsp:nvSpPr>
      <dsp:spPr>
        <a:xfrm>
          <a:off x="3299282" y="113"/>
          <a:ext cx="1288135" cy="8587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English (US)</a:t>
          </a:r>
        </a:p>
      </dsp:txBody>
      <dsp:txXfrm>
        <a:off x="3324434" y="25265"/>
        <a:ext cx="1237831" cy="808452"/>
      </dsp:txXfrm>
    </dsp:sp>
    <dsp:sp modelId="{A964F633-C819-634D-BE93-1232ED3AB01E}">
      <dsp:nvSpPr>
        <dsp:cNvPr id="0" name=""/>
        <dsp:cNvSpPr/>
      </dsp:nvSpPr>
      <dsp:spPr>
        <a:xfrm>
          <a:off x="3106062" y="858870"/>
          <a:ext cx="837287" cy="343502"/>
        </a:xfrm>
        <a:custGeom>
          <a:avLst/>
          <a:gdLst/>
          <a:ahLst/>
          <a:cxnLst/>
          <a:rect l="0" t="0" r="0" b="0"/>
          <a:pathLst>
            <a:path>
              <a:moveTo>
                <a:pt x="837287" y="0"/>
              </a:moveTo>
              <a:lnTo>
                <a:pt x="837287" y="171751"/>
              </a:lnTo>
              <a:lnTo>
                <a:pt x="0" y="171751"/>
              </a:lnTo>
              <a:lnTo>
                <a:pt x="0" y="3435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903AB8-C864-7341-922A-C74B17625E16}">
      <dsp:nvSpPr>
        <dsp:cNvPr id="0" name=""/>
        <dsp:cNvSpPr/>
      </dsp:nvSpPr>
      <dsp:spPr>
        <a:xfrm>
          <a:off x="2461994" y="1202373"/>
          <a:ext cx="1288135" cy="8587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English (CA)</a:t>
          </a:r>
        </a:p>
      </dsp:txBody>
      <dsp:txXfrm>
        <a:off x="2487146" y="1227525"/>
        <a:ext cx="1237831" cy="808452"/>
      </dsp:txXfrm>
    </dsp:sp>
    <dsp:sp modelId="{5B8E5183-581A-8E4B-8C69-1565861D21CF}">
      <dsp:nvSpPr>
        <dsp:cNvPr id="0" name=""/>
        <dsp:cNvSpPr/>
      </dsp:nvSpPr>
      <dsp:spPr>
        <a:xfrm>
          <a:off x="3060342" y="2061130"/>
          <a:ext cx="91440" cy="3435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350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D964FA-10BA-EB47-B978-B0B70BCF4F85}">
      <dsp:nvSpPr>
        <dsp:cNvPr id="0" name=""/>
        <dsp:cNvSpPr/>
      </dsp:nvSpPr>
      <dsp:spPr>
        <a:xfrm>
          <a:off x="2461994" y="2404633"/>
          <a:ext cx="1288135" cy="8587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French (CA)</a:t>
          </a:r>
        </a:p>
      </dsp:txBody>
      <dsp:txXfrm>
        <a:off x="2487146" y="2429785"/>
        <a:ext cx="1237831" cy="808452"/>
      </dsp:txXfrm>
    </dsp:sp>
    <dsp:sp modelId="{7DC1D24F-0990-4243-93BF-6804A5DBA181}">
      <dsp:nvSpPr>
        <dsp:cNvPr id="0" name=""/>
        <dsp:cNvSpPr/>
      </dsp:nvSpPr>
      <dsp:spPr>
        <a:xfrm>
          <a:off x="3943350" y="858870"/>
          <a:ext cx="837287" cy="3435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751"/>
              </a:lnTo>
              <a:lnTo>
                <a:pt x="837287" y="171751"/>
              </a:lnTo>
              <a:lnTo>
                <a:pt x="837287" y="34350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548087-A487-3847-9376-02DAE4266989}">
      <dsp:nvSpPr>
        <dsp:cNvPr id="0" name=""/>
        <dsp:cNvSpPr/>
      </dsp:nvSpPr>
      <dsp:spPr>
        <a:xfrm>
          <a:off x="4136570" y="1202373"/>
          <a:ext cx="1288135" cy="8587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Spanish (MX)</a:t>
          </a:r>
        </a:p>
      </dsp:txBody>
      <dsp:txXfrm>
        <a:off x="4161722" y="1227525"/>
        <a:ext cx="1237831" cy="808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4/3/20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4/3/20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147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05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794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3 April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3 April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4/3/20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Translation Management Framework (TMF) Lab</a:t>
            </a:r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Set up a TMF implementation</a:t>
            </a:r>
          </a:p>
          <a:p>
            <a:r>
              <a:rPr lang="en-GB" dirty="0"/>
              <a:t>Integrate TMF into a template</a:t>
            </a:r>
          </a:p>
          <a:p>
            <a:r>
              <a:rPr lang="en-GB" dirty="0"/>
              <a:t>Create lead content and distribute to followers</a:t>
            </a:r>
          </a:p>
          <a:p>
            <a:r>
              <a:rPr lang="en-GB" dirty="0"/>
              <a:t>Update and manage re-distributing lead content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202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Simple Page template available</a:t>
            </a:r>
            <a:br>
              <a:rPr lang="en-GB" dirty="0"/>
            </a:br>
            <a:r>
              <a:rPr lang="en-GB" dirty="0"/>
              <a:t>(create in Lab 1)</a:t>
            </a:r>
          </a:p>
          <a:p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285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98C808-345C-864F-BB09-AEC93EDA7C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2960038"/>
              </p:ext>
            </p:extLst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riangle 4">
            <a:extLst>
              <a:ext uri="{FF2B5EF4-FFF2-40B4-BE49-F238E27FC236}">
                <a16:creationId xmlns:a16="http://schemas.microsoft.com/office/drawing/2014/main" id="{0F091EF2-9E83-9145-A2F5-296F11EBFAEA}"/>
              </a:ext>
            </a:extLst>
          </p:cNvPr>
          <p:cNvSpPr/>
          <p:nvPr/>
        </p:nvSpPr>
        <p:spPr>
          <a:xfrm>
            <a:off x="6696362" y="4684025"/>
            <a:ext cx="323273" cy="277091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12A94692-B985-3C48-B1B8-194C604BDC6E}"/>
              </a:ext>
            </a:extLst>
          </p:cNvPr>
          <p:cNvSpPr/>
          <p:nvPr/>
        </p:nvSpPr>
        <p:spPr>
          <a:xfrm>
            <a:off x="5056908" y="1230673"/>
            <a:ext cx="323273" cy="277091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327AC0E5-9847-E74B-9901-2651941499A3}"/>
              </a:ext>
            </a:extLst>
          </p:cNvPr>
          <p:cNvSpPr/>
          <p:nvPr/>
        </p:nvSpPr>
        <p:spPr>
          <a:xfrm>
            <a:off x="4179454" y="2467066"/>
            <a:ext cx="323273" cy="277091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483B9-598F-0A4E-94AC-B09691D06E09}"/>
              </a:ext>
            </a:extLst>
          </p:cNvPr>
          <p:cNvSpPr txBox="1"/>
          <p:nvPr/>
        </p:nvSpPr>
        <p:spPr>
          <a:xfrm>
            <a:off x="7009821" y="4632723"/>
            <a:ext cx="201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Content Master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FEBAEB-A1D6-AB4F-B8CC-CE501F51E723}"/>
              </a:ext>
            </a:extLst>
          </p:cNvPr>
          <p:cNvSpPr txBox="1"/>
          <p:nvPr/>
        </p:nvSpPr>
        <p:spPr>
          <a:xfrm>
            <a:off x="5610512" y="1507764"/>
            <a:ext cx="201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acme.com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E2B11C-F5AD-3248-A03E-E1E2D99772CB}"/>
              </a:ext>
            </a:extLst>
          </p:cNvPr>
          <p:cNvSpPr txBox="1"/>
          <p:nvPr/>
        </p:nvSpPr>
        <p:spPr>
          <a:xfrm>
            <a:off x="6113893" y="2731689"/>
            <a:ext cx="201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acme.mx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F069D-7434-6249-AA17-2BAD3B59E780}"/>
              </a:ext>
            </a:extLst>
          </p:cNvPr>
          <p:cNvSpPr txBox="1"/>
          <p:nvPr/>
        </p:nvSpPr>
        <p:spPr>
          <a:xfrm>
            <a:off x="628650" y="2744157"/>
            <a:ext cx="201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acme.ca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DCA3E6-986C-364F-A8A7-E03659153596}"/>
              </a:ext>
            </a:extLst>
          </p:cNvPr>
          <p:cNvSpPr txBox="1"/>
          <p:nvPr/>
        </p:nvSpPr>
        <p:spPr>
          <a:xfrm>
            <a:off x="628649" y="4041866"/>
            <a:ext cx="2013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acme.ca</a:t>
            </a: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en-US" sz="1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fr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79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– Configuration Folders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4352283"/>
              </p:ext>
            </p:extLst>
          </p:nvPr>
        </p:nvGraphicFramePr>
        <p:xfrm>
          <a:off x="628650" y="1370013"/>
          <a:ext cx="7886700" cy="3439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your site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/Training Sandbox/Developer Training/{your-name}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folder called «</a:t>
                      </a:r>
                      <a:r>
                        <a:rPr lang="en-US" b="1" dirty="0"/>
                        <a:t>_TMF</a:t>
                      </a:r>
                      <a:r>
                        <a:rPr lang="en-US" dirty="0"/>
                        <a:t>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Inside your _TMF folder, create the following folders and assign the associated models from  «/System/Translation Model Framework/_Models»</a:t>
                      </a:r>
                      <a:br>
                        <a:rPr lang="en-US" dirty="0"/>
                      </a:br>
                      <a:r>
                        <a:rPr lang="en-US" dirty="0"/>
                        <a:t>(spelling and case are important)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Country Sites Config</a:t>
                      </a:r>
                    </a:p>
                    <a:p>
                      <a:r>
                        <a:rPr lang="en-US" dirty="0"/>
                        <a:t>Languages Config</a:t>
                      </a:r>
                    </a:p>
                    <a:p>
                      <a:r>
                        <a:rPr lang="en-US" dirty="0"/>
                        <a:t>Locales Config</a:t>
                      </a:r>
                    </a:p>
                    <a:p>
                      <a:r>
                        <a:rPr lang="en-US" dirty="0"/>
                        <a:t>Relationships Config</a:t>
                      </a:r>
                    </a:p>
                    <a:p>
                      <a:r>
                        <a:rPr lang="en-US" dirty="0"/>
                        <a:t>TMF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Country Sites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Languages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Locales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Relationships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653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– Site Folders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826021"/>
              </p:ext>
            </p:extLst>
          </p:nvPr>
        </p:nvGraphicFramePr>
        <p:xfrm>
          <a:off x="628650" y="1370013"/>
          <a:ext cx="7886700" cy="2392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your site 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/Training Sandbox/Developer Training/{your-name}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the following folders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-us</a:t>
                      </a:r>
                    </a:p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-ca</a:t>
                      </a:r>
                    </a:p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fr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-ca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es-mx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209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– Country Sites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1169378"/>
              </p:ext>
            </p:extLst>
          </p:nvPr>
        </p:nvGraphicFramePr>
        <p:xfrm>
          <a:off x="628650" y="1370013"/>
          <a:ext cx="7886700" cy="2992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country sites config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_TMF/Country Sites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country site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 &gt; New &gt; Model &gt; Country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you new asset…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…and open to show the form view.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 the name for the country and select any notification targets.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 to create more countries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Canada,</a:t>
                      </a:r>
                    </a:p>
                    <a:p>
                      <a:r>
                        <a:rPr lang="en-US" dirty="0"/>
                        <a:t>Mexico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925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946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– Languages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7843463"/>
              </p:ext>
            </p:extLst>
          </p:nvPr>
        </p:nvGraphicFramePr>
        <p:xfrm>
          <a:off x="628650" y="1370013"/>
          <a:ext cx="7886700" cy="2992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languages config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_TMF/Languages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 &gt; New &gt; Model &gt; Language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you new asset…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…and open to show the form view.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Enter the name for the language and select any notification targets.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 to create more 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Spanish,</a:t>
                      </a:r>
                    </a:p>
                    <a:p>
                      <a:r>
                        <a:rPr lang="en-US" dirty="0"/>
                        <a:t>French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4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719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– Locales (followers)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3472164"/>
              </p:ext>
            </p:extLst>
          </p:nvPr>
        </p:nvGraphicFramePr>
        <p:xfrm>
          <a:off x="628650" y="1370013"/>
          <a:ext cx="7886700" cy="343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locales config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_TMF/Locales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 &gt; New &gt; Model &gt; Locale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you new asset…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es-MX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…and open to show the form view.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 in the locale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 in the translation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translation rule = Yes</a:t>
                      </a:r>
                    </a:p>
                    <a:p>
                      <a:r>
                        <a:rPr lang="en-US" dirty="0"/>
                        <a:t>Destination locales = &lt;blank&gt;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427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fr</a:t>
                      </a:r>
                      <a:r>
                        <a:rPr lang="en-US" dirty="0"/>
                        <a:t>-CA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210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77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– Locales (lead)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9554859"/>
              </p:ext>
            </p:extLst>
          </p:nvPr>
        </p:nvGraphicFramePr>
        <p:xfrm>
          <a:off x="628650" y="1370013"/>
          <a:ext cx="7886700" cy="343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locales config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_TMF/Locales Config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File &gt; New &gt; Model &gt; Locale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you new asset…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</a:t>
                      </a:r>
                      <a:r>
                        <a:rPr lang="en-US" dirty="0"/>
                        <a:t>-CA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…and open to show the form view.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 in the locale settings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 in the translation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translation rule = Yes</a:t>
                      </a:r>
                    </a:p>
                    <a:p>
                      <a:r>
                        <a:rPr lang="en-US" dirty="0"/>
                        <a:t>Destination locales = </a:t>
                      </a:r>
                      <a:r>
                        <a:rPr lang="en-US" dirty="0" err="1"/>
                        <a:t>fr</a:t>
                      </a:r>
                      <a:r>
                        <a:rPr lang="en-US" dirty="0"/>
                        <a:t>-CA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778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Repeat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en</a:t>
                      </a:r>
                      <a:r>
                        <a:rPr lang="en-US" dirty="0"/>
                        <a:t>-US (distributes to 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-CA)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238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239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– templates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8330363"/>
              </p:ext>
            </p:extLst>
          </p:nvPr>
        </p:nvGraphicFramePr>
        <p:xfrm>
          <a:off x="628650" y="1370013"/>
          <a:ext cx="7886700" cy="3388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your site’s template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/Training Sandbox/Developer Training/{your-name}/Project/Templates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input handler for Simple Page and insert the following (use a tabbed panel to have these controls appear on their own TMF tab):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ServicesTMF.Input.LoadInput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(asset, context);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output handler and insert the following: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ServicesTMF.Output.LoadOutput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(asset, context);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Create a new «</a:t>
                      </a:r>
                      <a:r>
                        <a:rPr lang="en-US" dirty="0" err="1"/>
                        <a:t>post_save.aspx</a:t>
                      </a:r>
                      <a:r>
                        <a:rPr lang="en-US" dirty="0"/>
                        <a:t>» handler and insert the following: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ServicesTMF.PostSave.LoadPostSave</a:t>
                      </a:r>
                      <a:r>
                        <a:rPr lang="en-GB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(asset, context);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output handler called: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output_changes.aspx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new handler and insert the following code: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ServicesTMF.Output.LoadMasterAssetChanges</a:t>
                      </a:r>
                      <a:r>
                        <a:rPr lang="en-GB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(asset);​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509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&amp; distribute lead content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949062"/>
              </p:ext>
            </p:extLst>
          </p:nvPr>
        </p:nvGraphicFramePr>
        <p:xfrm>
          <a:off x="628650" y="1370013"/>
          <a:ext cx="7886700" cy="3050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lead content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/Training Sandbox/Developer Training/{your-name}/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-us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templated asset using the «Simple Page»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new asset…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…go to the TMF tab. You should see the «Translation Model Framework» section and TMF should have identified the locale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«Send for Translation» tab and select: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-ca,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es-mx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905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lead &amp; follower content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957016"/>
              </p:ext>
            </p:extLst>
          </p:nvPr>
        </p:nvGraphicFramePr>
        <p:xfrm>
          <a:off x="628650" y="1370013"/>
          <a:ext cx="7886700" cy="2694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Preview the content asset and verify that there is an addition control called «Locale» and that the contents 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-ca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es-mx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on the «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-ca» link to be linked to a new preview of the distributed content.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078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2964333"/>
              </p:ext>
            </p:extLst>
          </p:nvPr>
        </p:nvGraphicFramePr>
        <p:xfrm>
          <a:off x="628650" y="1370013"/>
          <a:ext cx="7886700" cy="2357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content in the «</a:t>
                      </a:r>
                      <a:r>
                        <a:rPr lang="en-US" dirty="0" err="1"/>
                        <a:t>en</a:t>
                      </a:r>
                      <a:r>
                        <a:rPr lang="en-US" dirty="0"/>
                        <a:t>-ca»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 to the TMF tab and check the box to distribute to «</a:t>
                      </a:r>
                      <a:r>
                        <a:rPr lang="en-US" dirty="0" err="1"/>
                        <a:t>fr</a:t>
                      </a:r>
                      <a:r>
                        <a:rPr lang="en-US" dirty="0"/>
                        <a:t>-ca»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672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lead content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129677"/>
              </p:ext>
            </p:extLst>
          </p:nvPr>
        </p:nvGraphicFramePr>
        <p:xfrm>
          <a:off x="628650" y="1370013"/>
          <a:ext cx="7886700" cy="2913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Navigate to the lead content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/Training Sandbox/Developer Training/{your-name}/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en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content content asset and make some changes to the content.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Save and preview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the «Locale» dropdown, select one of the follower locales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Once the follower locale preview is up, click on the «Output» drop-down and select «Show Master Changes»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34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6D87-2698-6243-845B-A7ACE569D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Lead Changes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E27468-D5F1-A348-9E99-2C854C52F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7300530"/>
              </p:ext>
            </p:extLst>
          </p:nvPr>
        </p:nvGraphicFramePr>
        <p:xfrm>
          <a:off x="628650" y="1370013"/>
          <a:ext cx="7886700" cy="2694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From the «Locale» dropdown, select one of the follower locales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Once the follower locale preview is up, click on the «Output» drop-down and select «Show Master Changes»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226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429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8A7410-A7F7-4148-B700-E9738C1947C6}">
  <ds:schemaRefs>
    <ds:schemaRef ds:uri="http://schemas.openxmlformats.org/package/2006/metadata/core-properties"/>
    <ds:schemaRef ds:uri="c81fd3e1-4b46-4bb7-aee6-da9f3dad3097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631082eb-fd3e-4e0d-a348-9c93b2e913b5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4DCBA0C-D57B-41AD-A0D7-4AF7BB95619D}"/>
</file>

<file path=docProps/app.xml><?xml version="1.0" encoding="utf-8"?>
<Properties xmlns="http://schemas.openxmlformats.org/officeDocument/2006/extended-properties" xmlns:vt="http://schemas.openxmlformats.org/officeDocument/2006/docPropsVTypes">
  <TotalTime>15168</TotalTime>
  <Words>908</Words>
  <Application>Microsoft Macintosh PowerPoint</Application>
  <PresentationFormat>On-screen Show (16:9)</PresentationFormat>
  <Paragraphs>204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Office Theme</vt:lpstr>
      <vt:lpstr>Developer Training</vt:lpstr>
      <vt:lpstr>Objectives</vt:lpstr>
      <vt:lpstr>Pre-requisites</vt:lpstr>
      <vt:lpstr>Overview</vt:lpstr>
      <vt:lpstr>Setup – Configuration Folders</vt:lpstr>
      <vt:lpstr>Setup – Site Folders</vt:lpstr>
      <vt:lpstr>Configure – Country Sites</vt:lpstr>
      <vt:lpstr>Configure – Languages</vt:lpstr>
      <vt:lpstr>Configure – Locales (followers)</vt:lpstr>
      <vt:lpstr>Configure – Locales (lead)</vt:lpstr>
      <vt:lpstr>Enable – templates</vt:lpstr>
      <vt:lpstr>Create &amp; distribute lead content</vt:lpstr>
      <vt:lpstr>Preview lead &amp; follower content</vt:lpstr>
      <vt:lpstr>Distribute </vt:lpstr>
      <vt:lpstr>Update lead content </vt:lpstr>
      <vt:lpstr>Review Lead Changes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349</cp:revision>
  <dcterms:created xsi:type="dcterms:W3CDTF">2014-05-29T23:54:45Z</dcterms:created>
  <dcterms:modified xsi:type="dcterms:W3CDTF">2020-04-03T09:17:17Z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